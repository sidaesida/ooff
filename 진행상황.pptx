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8" r:id="rId4"/>
    <p:sldId id="257" r:id="rId5"/>
    <p:sldId id="260" r:id="rId6"/>
    <p:sldId id="262" r:id="rId7"/>
    <p:sldId id="261" r:id="rId8"/>
    <p:sldId id="263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0" autoAdjust="0"/>
    <p:restoredTop sz="94660"/>
  </p:normalViewPr>
  <p:slideViewPr>
    <p:cSldViewPr snapToGrid="0">
      <p:cViewPr>
        <p:scale>
          <a:sx n="66" d="100"/>
          <a:sy n="66" d="100"/>
        </p:scale>
        <p:origin x="268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39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5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32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0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0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4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20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94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12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02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1AC54-DC63-412D-8249-E5BDC5C6189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482F8-242D-4841-9337-DFC83F540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1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2DD5E-531A-0D36-9A17-1D23EB2C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282671-D580-4A5A-43FE-00932819E230}"/>
              </a:ext>
            </a:extLst>
          </p:cNvPr>
          <p:cNvSpPr txBox="1"/>
          <p:nvPr/>
        </p:nvSpPr>
        <p:spPr>
          <a:xfrm>
            <a:off x="0" y="0"/>
            <a:ext cx="685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실행</a:t>
            </a:r>
            <a:endParaRPr lang="en-US" altLang="ko-KR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A70348-FCE6-93E4-A598-B6574511CF83}"/>
              </a:ext>
            </a:extLst>
          </p:cNvPr>
          <p:cNvSpPr txBox="1"/>
          <p:nvPr/>
        </p:nvSpPr>
        <p:spPr>
          <a:xfrm>
            <a:off x="0" y="246221"/>
            <a:ext cx="56091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 err="1"/>
              <a:t>npm</a:t>
            </a:r>
            <a:r>
              <a:rPr lang="en-US" altLang="ko-KR" sz="1000" dirty="0"/>
              <a:t> run dev</a:t>
            </a:r>
          </a:p>
          <a:p>
            <a:pPr>
              <a:buNone/>
            </a:pPr>
            <a:endParaRPr lang="en-US" altLang="ko-KR" sz="1000" dirty="0"/>
          </a:p>
          <a:p>
            <a:pPr>
              <a:buNone/>
            </a:pPr>
            <a:r>
              <a:rPr lang="en-US" altLang="ko-KR" sz="1000" dirty="0"/>
              <a:t>http://localhost:3000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9342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ECB9A2-B809-1B87-37A1-236EADF41A37}"/>
              </a:ext>
            </a:extLst>
          </p:cNvPr>
          <p:cNvSpPr txBox="1"/>
          <p:nvPr/>
        </p:nvSpPr>
        <p:spPr>
          <a:xfrm>
            <a:off x="0" y="0"/>
            <a:ext cx="685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캔버스</a:t>
            </a:r>
            <a:endParaRPr lang="en-US" altLang="ko-KR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9156D1-2C43-D2AD-BB02-9498A8BAE3EF}"/>
              </a:ext>
            </a:extLst>
          </p:cNvPr>
          <p:cNvSpPr txBox="1"/>
          <p:nvPr/>
        </p:nvSpPr>
        <p:spPr>
          <a:xfrm>
            <a:off x="0" y="246221"/>
            <a:ext cx="5609167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/>
              <a:t>OOFF — Demo &amp; Roadmap (v2025-11-03)</a:t>
            </a:r>
          </a:p>
          <a:p>
            <a:pPr>
              <a:buNone/>
            </a:pPr>
            <a:r>
              <a:rPr lang="en-US" altLang="ko-KR" sz="1000" b="1" dirty="0"/>
              <a:t>Demo </a:t>
            </a:r>
            <a:r>
              <a:rPr lang="ko-KR" altLang="en-US" sz="1000" b="1" dirty="0"/>
              <a:t>단계 체크리스트 </a:t>
            </a:r>
            <a:r>
              <a:rPr lang="en-US" altLang="ko-KR" sz="1000" b="1" dirty="0"/>
              <a:t>(MVP)</a:t>
            </a:r>
          </a:p>
          <a:p>
            <a:pPr>
              <a:buNone/>
            </a:pPr>
            <a:r>
              <a:rPr lang="en-US" altLang="ko-KR" sz="1000" b="1" dirty="0"/>
              <a:t>1) </a:t>
            </a:r>
            <a:r>
              <a:rPr lang="ko-KR" altLang="en-US" sz="1000" b="1" dirty="0"/>
              <a:t>로그인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개인 </a:t>
            </a:r>
            <a:r>
              <a:rPr lang="en-US" altLang="ko-KR" sz="1000" b="1" dirty="0"/>
              <a:t>ID (</a:t>
            </a:r>
            <a:r>
              <a:rPr lang="ko-KR" altLang="en-US" sz="1000" b="1" dirty="0"/>
              <a:t>필수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라우팅</a:t>
            </a:r>
            <a:r>
              <a:rPr lang="en-US" altLang="ko-KR" sz="1000" dirty="0"/>
              <a:t>: </a:t>
            </a:r>
            <a:r>
              <a:rPr lang="en-US" altLang="ko-KR" sz="1000" dirty="0">
                <a:latin typeface="Courier New" panose="02070309020205020404" pitchFamily="49" charset="0"/>
              </a:rPr>
              <a:t>/login</a:t>
            </a:r>
            <a:r>
              <a:rPr lang="en-US" altLang="ko-KR" sz="1000" dirty="0"/>
              <a:t>, </a:t>
            </a:r>
            <a:r>
              <a:rPr lang="en-US" altLang="ko-KR" sz="1000" dirty="0">
                <a:latin typeface="Courier New" panose="02070309020205020404" pitchFamily="49" charset="0"/>
              </a:rPr>
              <a:t>/signup</a:t>
            </a:r>
            <a:r>
              <a:rPr lang="en-US" altLang="ko-KR" sz="1000" dirty="0"/>
              <a:t>, </a:t>
            </a:r>
            <a:r>
              <a:rPr lang="en-US" altLang="ko-KR" sz="1000" dirty="0">
                <a:latin typeface="Courier New" panose="02070309020205020404" pitchFamily="49" charset="0"/>
              </a:rPr>
              <a:t>/logout</a:t>
            </a:r>
            <a:r>
              <a:rPr lang="ko-KR" altLang="en-US" sz="1000" dirty="0"/>
              <a:t> 경로 준비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폼</a:t>
            </a:r>
            <a:r>
              <a:rPr lang="en-US" altLang="ko-KR" sz="1000" dirty="0"/>
              <a:t>: </a:t>
            </a:r>
            <a:r>
              <a:rPr lang="ko-KR" altLang="en-US" sz="1000" dirty="0"/>
              <a:t>이메일</a:t>
            </a:r>
            <a:r>
              <a:rPr lang="en-US" altLang="ko-KR" sz="1000" dirty="0"/>
              <a:t>/</a:t>
            </a:r>
            <a:r>
              <a:rPr lang="ko-KR" altLang="en-US" sz="1000" dirty="0"/>
              <a:t>패스워드</a:t>
            </a:r>
            <a:r>
              <a:rPr lang="en-US" altLang="ko-KR" sz="1000" dirty="0"/>
              <a:t>(</a:t>
            </a:r>
            <a:r>
              <a:rPr lang="ko-KR" altLang="en-US" sz="1000" dirty="0"/>
              <a:t>표시 </a:t>
            </a:r>
            <a:r>
              <a:rPr lang="ko-KR" altLang="en-US" sz="1000" dirty="0" err="1"/>
              <a:t>토글</a:t>
            </a:r>
            <a:r>
              <a:rPr lang="en-US" altLang="ko-KR" sz="1000" dirty="0"/>
              <a:t>), </a:t>
            </a:r>
            <a:r>
              <a:rPr lang="ko-KR" altLang="en-US" sz="1000" dirty="0"/>
              <a:t>유효성</a:t>
            </a:r>
            <a:r>
              <a:rPr lang="en-US" altLang="ko-KR" sz="1000" dirty="0"/>
              <a:t>(</a:t>
            </a:r>
            <a:r>
              <a:rPr lang="ko-KR" altLang="en-US" sz="1000" dirty="0"/>
              <a:t>이메일 형식</a:t>
            </a:r>
            <a:r>
              <a:rPr lang="en-US" altLang="ko-KR" sz="1000" dirty="0"/>
              <a:t>·8</a:t>
            </a:r>
            <a:r>
              <a:rPr lang="ko-KR" altLang="en-US" sz="1000" dirty="0"/>
              <a:t>자 이상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세션</a:t>
            </a:r>
            <a:r>
              <a:rPr lang="en-US" altLang="ko-KR" sz="1000" dirty="0"/>
              <a:t>: </a:t>
            </a:r>
            <a:r>
              <a:rPr lang="ko-KR" altLang="en-US" sz="1000" dirty="0"/>
              <a:t>쿠키 기반 세션 저장</a:t>
            </a:r>
            <a:r>
              <a:rPr lang="en-US" altLang="ko-KR" sz="1000" dirty="0"/>
              <a:t>, </a:t>
            </a:r>
            <a:r>
              <a:rPr lang="ko-KR" altLang="en-US" sz="1000" dirty="0"/>
              <a:t>클라이언트 보호 </a:t>
            </a:r>
            <a:r>
              <a:rPr lang="ko-KR" altLang="en-US" sz="1000" dirty="0" err="1"/>
              <a:t>라우트</a:t>
            </a:r>
            <a:r>
              <a:rPr lang="en-US" altLang="ko-KR" sz="1000" dirty="0"/>
              <a:t>(HOC or middleware)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DB </a:t>
            </a:r>
            <a:r>
              <a:rPr lang="ko-KR" altLang="en-US" sz="1000" dirty="0"/>
              <a:t>테이블</a:t>
            </a:r>
            <a:r>
              <a:rPr lang="en-US" altLang="ko-KR" sz="1000" dirty="0"/>
              <a:t>: </a:t>
            </a:r>
            <a:r>
              <a:rPr lang="en-US" altLang="ko-KR" sz="1000" dirty="0">
                <a:latin typeface="Courier New" panose="02070309020205020404" pitchFamily="49" charset="0"/>
              </a:rPr>
              <a:t>users(id, email, </a:t>
            </a:r>
            <a:r>
              <a:rPr lang="en-US" altLang="ko-KR" sz="1000" dirty="0" err="1">
                <a:latin typeface="Courier New" panose="02070309020205020404" pitchFamily="49" charset="0"/>
              </a:rPr>
              <a:t>password_hash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created_at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보안</a:t>
            </a:r>
            <a:r>
              <a:rPr lang="en-US" altLang="ko-KR" sz="1000" dirty="0"/>
              <a:t>: </a:t>
            </a:r>
            <a:r>
              <a:rPr lang="ko-KR" altLang="en-US" sz="1000" dirty="0"/>
              <a:t>비밀번호 해시</a:t>
            </a:r>
            <a:r>
              <a:rPr lang="en-US" altLang="ko-KR" sz="1000" dirty="0"/>
              <a:t>(</a:t>
            </a:r>
            <a:r>
              <a:rPr lang="en-US" altLang="ko-KR" sz="1000" dirty="0" err="1"/>
              <a:t>BCrypt</a:t>
            </a:r>
            <a:r>
              <a:rPr lang="en-US" altLang="ko-KR" sz="1000" dirty="0"/>
              <a:t>), CSRF </a:t>
            </a:r>
            <a:r>
              <a:rPr lang="ko-KR" altLang="en-US" sz="1000" dirty="0"/>
              <a:t>방지</a:t>
            </a:r>
            <a:r>
              <a:rPr lang="en-US" altLang="ko-KR" sz="1000" dirty="0"/>
              <a:t>, rate-limit(</a:t>
            </a:r>
            <a:r>
              <a:rPr lang="ko-KR" altLang="en-US" sz="1000" dirty="0"/>
              <a:t>로그인 시도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완료 기준</a:t>
            </a:r>
            <a:r>
              <a:rPr lang="en-US" altLang="ko-KR" sz="1000" dirty="0"/>
              <a:t>: </a:t>
            </a:r>
            <a:r>
              <a:rPr lang="ko-KR" altLang="en-US" sz="1000" dirty="0"/>
              <a:t>새 계정 </a:t>
            </a:r>
            <a:r>
              <a:rPr lang="ko-KR" altLang="en-US" sz="1000" dirty="0" err="1"/>
              <a:t>생성→로그인→세션</a:t>
            </a:r>
            <a:r>
              <a:rPr lang="ko-KR" altLang="en-US" sz="1000" dirty="0"/>
              <a:t> 유지→</a:t>
            </a:r>
            <a:r>
              <a:rPr lang="en-US" altLang="ko-KR" sz="1000" dirty="0">
                <a:latin typeface="Courier New" panose="02070309020205020404" pitchFamily="49" charset="0"/>
              </a:rPr>
              <a:t>/my</a:t>
            </a:r>
            <a:r>
              <a:rPr lang="ko-KR" altLang="en-US" sz="1000" dirty="0"/>
              <a:t> 접근 가능</a:t>
            </a:r>
          </a:p>
          <a:p>
            <a:pPr>
              <a:buNone/>
            </a:pPr>
            <a:r>
              <a:rPr lang="ko-KR" altLang="en-US" sz="1000" dirty="0"/>
              <a:t>추후 확장</a:t>
            </a:r>
            <a:r>
              <a:rPr lang="en-US" altLang="ko-KR" sz="1000" dirty="0"/>
              <a:t>(</a:t>
            </a:r>
            <a:r>
              <a:rPr lang="ko-KR" altLang="en-US" sz="1000" dirty="0"/>
              <a:t>나중에 </a:t>
            </a:r>
            <a:r>
              <a:rPr lang="ko-KR" altLang="en-US" sz="1000" dirty="0" err="1"/>
              <a:t>토글</a:t>
            </a:r>
            <a:r>
              <a:rPr lang="en-US" altLang="ko-KR" sz="1000" dirty="0"/>
              <a:t>): </a:t>
            </a:r>
            <a:r>
              <a:rPr lang="ko-KR" altLang="en-US" sz="1000" dirty="0"/>
              <a:t>좋아요</a:t>
            </a:r>
            <a:r>
              <a:rPr lang="en-US" altLang="ko-KR" sz="1000" dirty="0"/>
              <a:t>/</a:t>
            </a:r>
            <a:r>
              <a:rPr lang="ko-KR" altLang="en-US" sz="1000" dirty="0"/>
              <a:t>팔로우를 위한 </a:t>
            </a:r>
            <a:r>
              <a:rPr lang="en-US" altLang="ko-KR" sz="1000" dirty="0">
                <a:latin typeface="Courier New" panose="02070309020205020404" pitchFamily="49" charset="0"/>
              </a:rPr>
              <a:t>relationships</a:t>
            </a:r>
            <a:r>
              <a:rPr lang="en-US" altLang="ko-KR" sz="1000" dirty="0"/>
              <a:t>, </a:t>
            </a:r>
            <a:r>
              <a:rPr lang="en-US" altLang="ko-KR" sz="1000" dirty="0">
                <a:latin typeface="Courier New" panose="02070309020205020404" pitchFamily="49" charset="0"/>
              </a:rPr>
              <a:t>likes</a:t>
            </a:r>
            <a:r>
              <a:rPr lang="ko-KR" altLang="en-US" sz="1000" dirty="0"/>
              <a:t> 테이블 설계 초안만 작성</a:t>
            </a:r>
          </a:p>
          <a:p>
            <a:pPr>
              <a:buNone/>
            </a:pPr>
            <a:r>
              <a:rPr lang="en-US" altLang="ko-KR" sz="1000" b="1" dirty="0"/>
              <a:t>2) </a:t>
            </a:r>
            <a:r>
              <a:rPr lang="ko-KR" altLang="en-US" sz="1000" b="1" dirty="0" err="1"/>
              <a:t>감상평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점수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필수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UI: </a:t>
            </a:r>
            <a:r>
              <a:rPr lang="ko-KR" altLang="en-US" sz="1000" dirty="0"/>
              <a:t>영화 상세</a:t>
            </a:r>
            <a:r>
              <a:rPr lang="en-US" altLang="ko-KR" sz="1000" dirty="0"/>
              <a:t>/</a:t>
            </a:r>
            <a:r>
              <a:rPr lang="ko-KR" altLang="en-US" sz="1000" dirty="0"/>
              <a:t>카드에서 “</a:t>
            </a:r>
            <a:r>
              <a:rPr lang="ko-KR" altLang="en-US" sz="1000" dirty="0" err="1"/>
              <a:t>별점</a:t>
            </a:r>
            <a:r>
              <a:rPr lang="en-US" altLang="ko-KR" sz="1000" dirty="0"/>
              <a:t>+</a:t>
            </a:r>
            <a:r>
              <a:rPr lang="ko-KR" altLang="en-US" sz="1000" dirty="0" err="1"/>
              <a:t>한줄평</a:t>
            </a:r>
            <a:r>
              <a:rPr lang="ko-KR" altLang="en-US" sz="1000" dirty="0"/>
              <a:t>” 입력 </a:t>
            </a:r>
            <a:r>
              <a:rPr lang="ko-KR" altLang="en-US" sz="1000" dirty="0" err="1"/>
              <a:t>모달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DB </a:t>
            </a:r>
            <a:r>
              <a:rPr lang="ko-KR" altLang="en-US" sz="1000" dirty="0"/>
              <a:t>테이블</a:t>
            </a:r>
            <a:r>
              <a:rPr lang="en-US" altLang="ko-KR" sz="1000" dirty="0"/>
              <a:t>: </a:t>
            </a:r>
            <a:r>
              <a:rPr lang="en-US" altLang="ko-KR" sz="1000" dirty="0">
                <a:latin typeface="Courier New" panose="02070309020205020404" pitchFamily="49" charset="0"/>
              </a:rPr>
              <a:t>reviews(id,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user_id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rating(int 0~10), comment(text), </a:t>
            </a:r>
            <a:r>
              <a:rPr lang="en-US" altLang="ko-KR" sz="1000" dirty="0" err="1">
                <a:latin typeface="Courier New" panose="02070309020205020404" pitchFamily="49" charset="0"/>
              </a:rPr>
              <a:t>created_at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제약</a:t>
            </a:r>
            <a:r>
              <a:rPr lang="en-US" altLang="ko-KR" sz="1000" dirty="0"/>
              <a:t>: </a:t>
            </a:r>
            <a:r>
              <a:rPr lang="ko-KR" altLang="en-US" sz="1000" dirty="0"/>
              <a:t>유저</a:t>
            </a:r>
            <a:r>
              <a:rPr lang="en-US" altLang="ko-KR" sz="1000" dirty="0"/>
              <a:t>·</a:t>
            </a:r>
            <a:r>
              <a:rPr lang="ko-KR" altLang="en-US" sz="1000" dirty="0"/>
              <a:t>영화</a:t>
            </a:r>
            <a:r>
              <a:rPr lang="en-US" altLang="ko-KR" sz="1000" dirty="0"/>
              <a:t>·</a:t>
            </a:r>
            <a:r>
              <a:rPr lang="ko-KR" altLang="en-US" sz="1000" dirty="0"/>
              <a:t>하루 </a:t>
            </a:r>
            <a:r>
              <a:rPr lang="en-US" altLang="ko-KR" sz="1000" dirty="0"/>
              <a:t>1</a:t>
            </a:r>
            <a:r>
              <a:rPr lang="ko-KR" altLang="en-US" sz="1000" dirty="0"/>
              <a:t>회 수정 가능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), </a:t>
            </a:r>
            <a:r>
              <a:rPr lang="ko-KR" altLang="en-US" sz="1000" dirty="0"/>
              <a:t>본인만 수정</a:t>
            </a:r>
            <a:r>
              <a:rPr lang="en-US" altLang="ko-KR" sz="1000" dirty="0"/>
              <a:t>/</a:t>
            </a:r>
            <a:r>
              <a:rPr lang="ko-KR" altLang="en-US" sz="1000" dirty="0"/>
              <a:t>삭제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완료 기준</a:t>
            </a:r>
            <a:r>
              <a:rPr lang="en-US" altLang="ko-KR" sz="1000" dirty="0"/>
              <a:t>: </a:t>
            </a:r>
            <a:r>
              <a:rPr lang="ko-KR" altLang="en-US" sz="1000" dirty="0"/>
              <a:t>본인 계정으로 최소 </a:t>
            </a:r>
            <a:r>
              <a:rPr lang="en-US" altLang="ko-KR" sz="1000" dirty="0"/>
              <a:t>1</a:t>
            </a:r>
            <a:r>
              <a:rPr lang="ko-KR" altLang="en-US" sz="1000" dirty="0"/>
              <a:t>건 작성</a:t>
            </a:r>
            <a:r>
              <a:rPr lang="en-US" altLang="ko-KR" sz="1000" dirty="0"/>
              <a:t>/</a:t>
            </a:r>
            <a:r>
              <a:rPr lang="ko-KR" altLang="en-US" sz="1000" dirty="0"/>
              <a:t>수정</a:t>
            </a:r>
            <a:r>
              <a:rPr lang="en-US" altLang="ko-KR" sz="1000" dirty="0"/>
              <a:t>/</a:t>
            </a:r>
            <a:r>
              <a:rPr lang="ko-KR" altLang="en-US" sz="1000" dirty="0"/>
              <a:t>삭제 가능</a:t>
            </a:r>
            <a:r>
              <a:rPr lang="en-US" altLang="ko-KR" sz="1000" dirty="0"/>
              <a:t>, </a:t>
            </a:r>
            <a:r>
              <a:rPr lang="ko-KR" altLang="en-US" sz="1000" dirty="0"/>
              <a:t>목록 표시</a:t>
            </a:r>
          </a:p>
          <a:p>
            <a:pPr>
              <a:buNone/>
            </a:pPr>
            <a:r>
              <a:rPr lang="en-US" altLang="ko-KR" sz="1000" b="1" dirty="0"/>
              <a:t>3) My </a:t>
            </a:r>
            <a:r>
              <a:rPr lang="ko-KR" altLang="en-US" sz="1000" b="1" dirty="0"/>
              <a:t>페이지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필수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정보 블록</a:t>
            </a:r>
            <a:r>
              <a:rPr lang="en-US" altLang="ko-KR" sz="1000" dirty="0"/>
              <a:t>: </a:t>
            </a:r>
            <a:r>
              <a:rPr lang="ko-KR" altLang="en-US" sz="1000" dirty="0"/>
              <a:t>닉네임</a:t>
            </a:r>
            <a:r>
              <a:rPr lang="en-US" altLang="ko-KR" sz="1000" dirty="0"/>
              <a:t>/</a:t>
            </a:r>
            <a:r>
              <a:rPr lang="ko-KR" altLang="en-US" sz="1000" dirty="0"/>
              <a:t>이메일</a:t>
            </a:r>
            <a:r>
              <a:rPr lang="en-US" altLang="ko-KR" sz="1000" dirty="0"/>
              <a:t>, </a:t>
            </a:r>
            <a:r>
              <a:rPr lang="ko-KR" altLang="en-US" sz="1000" dirty="0"/>
              <a:t>작성한 </a:t>
            </a:r>
            <a:r>
              <a:rPr lang="ko-KR" altLang="en-US" sz="1000" dirty="0" err="1"/>
              <a:t>감상평</a:t>
            </a:r>
            <a:r>
              <a:rPr lang="ko-KR" altLang="en-US" sz="1000" dirty="0"/>
              <a:t> 수</a:t>
            </a:r>
            <a:r>
              <a:rPr lang="en-US" altLang="ko-KR" sz="1000" dirty="0"/>
              <a:t>, </a:t>
            </a:r>
            <a:r>
              <a:rPr lang="ko-KR" altLang="en-US" sz="1000" dirty="0"/>
              <a:t>평균평점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리스트</a:t>
            </a:r>
            <a:r>
              <a:rPr lang="en-US" altLang="ko-KR" sz="1000" dirty="0"/>
              <a:t>: </a:t>
            </a:r>
            <a:r>
              <a:rPr lang="ko-KR" altLang="en-US" sz="1000" dirty="0"/>
              <a:t>본인 </a:t>
            </a:r>
            <a:r>
              <a:rPr lang="ko-KR" altLang="en-US" sz="1000" dirty="0" err="1"/>
              <a:t>감상평</a:t>
            </a:r>
            <a:r>
              <a:rPr lang="en-US" altLang="ko-KR" sz="1000" dirty="0"/>
              <a:t>(</a:t>
            </a:r>
            <a:r>
              <a:rPr lang="ko-KR" altLang="en-US" sz="1000" dirty="0"/>
              <a:t>정렬</a:t>
            </a:r>
            <a:r>
              <a:rPr lang="en-US" altLang="ko-KR" sz="1000" dirty="0"/>
              <a:t>·</a:t>
            </a:r>
            <a:r>
              <a:rPr lang="ko-KR" altLang="en-US" sz="1000" dirty="0"/>
              <a:t>필터</a:t>
            </a:r>
            <a:r>
              <a:rPr lang="en-US" altLang="ko-KR" sz="1000" dirty="0"/>
              <a:t>: </a:t>
            </a:r>
            <a:r>
              <a:rPr lang="ko-KR" altLang="en-US" sz="1000" dirty="0"/>
              <a:t>평점</a:t>
            </a:r>
            <a:r>
              <a:rPr lang="en-US" altLang="ko-KR" sz="1000" dirty="0"/>
              <a:t>, </a:t>
            </a:r>
            <a:r>
              <a:rPr lang="ko-KR" altLang="en-US" sz="1000" dirty="0"/>
              <a:t>최신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내보내기</a:t>
            </a:r>
            <a:r>
              <a:rPr lang="en-US" altLang="ko-KR" sz="1000" dirty="0"/>
              <a:t>(</a:t>
            </a:r>
            <a:r>
              <a:rPr lang="ko-KR" altLang="en-US" sz="1000" dirty="0"/>
              <a:t>옵션</a:t>
            </a:r>
            <a:r>
              <a:rPr lang="en-US" altLang="ko-KR" sz="1000" dirty="0"/>
              <a:t>): CSV </a:t>
            </a:r>
            <a:r>
              <a:rPr lang="ko-KR" altLang="en-US" sz="1000" dirty="0"/>
              <a:t>다운로드 버튼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완료 기준</a:t>
            </a:r>
            <a:r>
              <a:rPr lang="en-US" altLang="ko-KR" sz="1000" dirty="0"/>
              <a:t>: </a:t>
            </a:r>
            <a:r>
              <a:rPr lang="ko-KR" altLang="en-US" sz="1000" dirty="0"/>
              <a:t>로그인 상태에서 본인 기록 조회</a:t>
            </a:r>
            <a:r>
              <a:rPr lang="en-US" altLang="ko-KR" sz="1000" dirty="0"/>
              <a:t>·</a:t>
            </a:r>
            <a:r>
              <a:rPr lang="ko-KR" altLang="en-US" sz="1000" dirty="0"/>
              <a:t>정렬</a:t>
            </a:r>
            <a:r>
              <a:rPr lang="en-US" altLang="ko-KR" sz="1000" dirty="0"/>
              <a:t>·</a:t>
            </a:r>
            <a:r>
              <a:rPr lang="ko-KR" altLang="en-US" sz="1000" dirty="0"/>
              <a:t>삭제 정상</a:t>
            </a:r>
          </a:p>
          <a:p>
            <a:pPr>
              <a:buNone/>
            </a:pPr>
            <a:r>
              <a:rPr lang="en-US" altLang="ko-KR" sz="1000" b="1" dirty="0"/>
              <a:t>4) </a:t>
            </a:r>
            <a:r>
              <a:rPr lang="en-US" altLang="ko-KR" sz="1000" b="1" dirty="0" err="1"/>
              <a:t>TimeTable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핵심</a:t>
            </a:r>
            <a:r>
              <a:rPr lang="en-US" altLang="ko-KR" sz="1000" b="1" dirty="0"/>
              <a:t>) — “</a:t>
            </a:r>
            <a:r>
              <a:rPr lang="ko-KR" altLang="en-US" sz="1000" b="1" dirty="0"/>
              <a:t>직접 짜는” </a:t>
            </a:r>
            <a:r>
              <a:rPr lang="en-US" altLang="ko-KR" sz="1000" b="1" dirty="0"/>
              <a:t>MVP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UI </a:t>
            </a:r>
            <a:r>
              <a:rPr lang="ko-KR" altLang="en-US" sz="1000" dirty="0"/>
              <a:t>구조</a:t>
            </a:r>
            <a:r>
              <a:rPr lang="en-US" altLang="ko-KR" sz="1000" dirty="0"/>
              <a:t>: </a:t>
            </a:r>
            <a:r>
              <a:rPr lang="ko-KR" altLang="en-US" sz="1000" dirty="0"/>
              <a:t>좌측 영화 검색</a:t>
            </a:r>
            <a:r>
              <a:rPr lang="en-US" altLang="ko-KR" sz="1000" dirty="0"/>
              <a:t>(</a:t>
            </a:r>
            <a:r>
              <a:rPr lang="ko-KR" altLang="en-US" sz="1000" dirty="0"/>
              <a:t>필터</a:t>
            </a:r>
            <a:r>
              <a:rPr lang="en-US" altLang="ko-KR" sz="1000" dirty="0"/>
              <a:t>: </a:t>
            </a:r>
            <a:r>
              <a:rPr lang="ko-KR" altLang="en-US" sz="1000" dirty="0"/>
              <a:t>날짜</a:t>
            </a:r>
            <a:r>
              <a:rPr lang="en-US" altLang="ko-KR" sz="1000" dirty="0"/>
              <a:t>/</a:t>
            </a:r>
            <a:r>
              <a:rPr lang="ko-KR" altLang="en-US" sz="1000" dirty="0"/>
              <a:t>섹션</a:t>
            </a:r>
            <a:r>
              <a:rPr lang="en-US" altLang="ko-KR" sz="1000" dirty="0"/>
              <a:t>/</a:t>
            </a:r>
            <a:r>
              <a:rPr lang="ko-KR" altLang="en-US" sz="1000" dirty="0"/>
              <a:t>러닝타임</a:t>
            </a:r>
            <a:r>
              <a:rPr lang="en-US" altLang="ko-KR" sz="1000" dirty="0"/>
              <a:t>), </a:t>
            </a:r>
            <a:r>
              <a:rPr lang="ko-KR" altLang="en-US" sz="1000" dirty="0"/>
              <a:t>우측 나의 타임테이블 캔버스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슬롯 모델</a:t>
            </a:r>
            <a:r>
              <a:rPr lang="en-US" altLang="ko-KR" sz="1000" dirty="0"/>
              <a:t>: </a:t>
            </a:r>
            <a:r>
              <a:rPr lang="en-US" altLang="ko-KR" sz="1000" dirty="0">
                <a:latin typeface="Courier New" panose="02070309020205020404" pitchFamily="49" charset="0"/>
              </a:rPr>
              <a:t>plans(id,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user_id</a:t>
            </a:r>
            <a:r>
              <a:rPr lang="en-US" altLang="ko-KR" sz="1000" dirty="0">
                <a:latin typeface="Courier New" panose="02070309020205020404" pitchFamily="49" charset="0"/>
              </a:rPr>
              <a:t>, name)</a:t>
            </a:r>
            <a:r>
              <a:rPr lang="ko-KR" altLang="en-US" sz="1000" dirty="0"/>
              <a:t> </a:t>
            </a:r>
            <a:r>
              <a:rPr lang="en-US" altLang="ko-KR" sz="1000" dirty="0"/>
              <a:t>/ </a:t>
            </a:r>
            <a:r>
              <a:rPr lang="en-US" altLang="ko-KR" sz="1000" dirty="0" err="1">
                <a:latin typeface="Courier New" panose="02070309020205020404" pitchFamily="49" charset="0"/>
              </a:rPr>
              <a:t>plan_items</a:t>
            </a:r>
            <a:r>
              <a:rPr lang="en-US" altLang="ko-KR" sz="1000" dirty="0">
                <a:latin typeface="Courier New" panose="02070309020205020404" pitchFamily="49" charset="0"/>
              </a:rPr>
              <a:t>(id, </a:t>
            </a:r>
            <a:r>
              <a:rPr lang="en-US" altLang="ko-KR" sz="1000" dirty="0" err="1">
                <a:latin typeface="Courier New" panose="02070309020205020404" pitchFamily="49" charset="0"/>
              </a:rPr>
              <a:t>plan_id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start, end, priority)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동시충돌 처리</a:t>
            </a:r>
            <a:r>
              <a:rPr lang="en-US" altLang="ko-KR" sz="1000" dirty="0"/>
              <a:t>: </a:t>
            </a:r>
            <a:r>
              <a:rPr lang="ko-KR" altLang="en-US" sz="1000" dirty="0"/>
              <a:t>겹치면 경고 표시</a:t>
            </a:r>
            <a:r>
              <a:rPr lang="en-US" altLang="ko-KR" sz="1000" dirty="0"/>
              <a:t>, </a:t>
            </a:r>
            <a:r>
              <a:rPr lang="ko-KR" altLang="en-US" sz="1000" dirty="0"/>
              <a:t>우선순위로 시각 강조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다중 플랜</a:t>
            </a:r>
            <a:r>
              <a:rPr lang="en-US" altLang="ko-KR" sz="1000" dirty="0"/>
              <a:t>: </a:t>
            </a:r>
            <a:r>
              <a:rPr lang="ko-KR" altLang="en-US" sz="1000" dirty="0"/>
              <a:t>새 플랜 생성</a:t>
            </a:r>
            <a:r>
              <a:rPr lang="en-US" altLang="ko-KR" sz="1000" dirty="0"/>
              <a:t>/</a:t>
            </a:r>
            <a:r>
              <a:rPr lang="ko-KR" altLang="en-US" sz="1000" dirty="0"/>
              <a:t>이름 변경</a:t>
            </a:r>
            <a:r>
              <a:rPr lang="en-US" altLang="ko-KR" sz="1000" dirty="0"/>
              <a:t>/</a:t>
            </a:r>
            <a:r>
              <a:rPr lang="ko-KR" altLang="en-US" sz="1000" dirty="0"/>
              <a:t>복제</a:t>
            </a:r>
            <a:r>
              <a:rPr lang="en-US" altLang="ko-KR" sz="1000" dirty="0"/>
              <a:t>/</a:t>
            </a:r>
            <a:r>
              <a:rPr lang="ko-KR" altLang="en-US" sz="1000" dirty="0"/>
              <a:t>삭제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불러오기</a:t>
            </a:r>
            <a:r>
              <a:rPr lang="en-US" altLang="ko-KR" sz="1000" dirty="0"/>
              <a:t>/</a:t>
            </a:r>
            <a:r>
              <a:rPr lang="ko-KR" altLang="en-US" sz="1000" dirty="0"/>
              <a:t>저장</a:t>
            </a:r>
            <a:r>
              <a:rPr lang="en-US" altLang="ko-KR" sz="1000" dirty="0"/>
              <a:t>: </a:t>
            </a:r>
            <a:r>
              <a:rPr lang="ko-KR" altLang="en-US" sz="1000" dirty="0"/>
              <a:t>로컬 초안 자동저장 </a:t>
            </a:r>
            <a:r>
              <a:rPr lang="en-US" altLang="ko-KR" sz="1000" dirty="0"/>
              <a:t>+ </a:t>
            </a:r>
            <a:r>
              <a:rPr lang="ko-KR" altLang="en-US" sz="1000" dirty="0"/>
              <a:t>서버 저장 버튼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완료 기준</a:t>
            </a:r>
            <a:r>
              <a:rPr lang="en-US" altLang="ko-KR" sz="1000" dirty="0"/>
              <a:t>: A) </a:t>
            </a:r>
            <a:r>
              <a:rPr lang="ko-KR" altLang="en-US" sz="1000" dirty="0"/>
              <a:t>새 플랜 생성→</a:t>
            </a:r>
            <a:r>
              <a:rPr lang="en-US" altLang="ko-KR" sz="1000" dirty="0"/>
              <a:t>B) </a:t>
            </a:r>
            <a:r>
              <a:rPr lang="ko-KR" altLang="en-US" sz="1000" dirty="0"/>
              <a:t>영화 </a:t>
            </a:r>
            <a:r>
              <a:rPr lang="en-US" altLang="ko-KR" sz="1000" dirty="0"/>
              <a:t>3</a:t>
            </a:r>
            <a:r>
              <a:rPr lang="ko-KR" altLang="en-US" sz="1000" dirty="0"/>
              <a:t>개 배치→</a:t>
            </a:r>
            <a:r>
              <a:rPr lang="en-US" altLang="ko-KR" sz="1000" dirty="0"/>
              <a:t>C) </a:t>
            </a:r>
            <a:r>
              <a:rPr lang="ko-KR" altLang="en-US" sz="1000" dirty="0"/>
              <a:t>충돌 경고 확인→</a:t>
            </a:r>
            <a:r>
              <a:rPr lang="en-US" altLang="ko-KR" sz="1000" dirty="0"/>
              <a:t>D) </a:t>
            </a:r>
            <a:r>
              <a:rPr lang="ko-KR" altLang="en-US" sz="1000" dirty="0"/>
              <a:t>저장</a:t>
            </a:r>
            <a:r>
              <a:rPr lang="en-US" altLang="ko-KR" sz="1000" dirty="0"/>
              <a:t>/</a:t>
            </a:r>
            <a:r>
              <a:rPr lang="ko-KR" altLang="en-US" sz="1000" dirty="0"/>
              <a:t>불러오기</a:t>
            </a:r>
          </a:p>
          <a:p>
            <a:pPr>
              <a:buNone/>
            </a:pPr>
            <a:r>
              <a:rPr lang="en-US" altLang="ko-KR" sz="1000" b="1" dirty="0"/>
              <a:t>5) </a:t>
            </a:r>
            <a:r>
              <a:rPr lang="ko-KR" altLang="en-US" sz="1000" b="1" dirty="0"/>
              <a:t>공통 </a:t>
            </a:r>
            <a:r>
              <a:rPr lang="en-US" altLang="ko-KR" sz="1000" b="1" dirty="0"/>
              <a:t>UX </a:t>
            </a:r>
            <a:r>
              <a:rPr lang="ko-KR" altLang="en-US" sz="1000" b="1" dirty="0"/>
              <a:t>품질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에러 방지 화면</a:t>
            </a:r>
            <a:r>
              <a:rPr lang="en-US" altLang="ko-KR" sz="1000" dirty="0"/>
              <a:t>: </a:t>
            </a:r>
            <a:r>
              <a:rPr lang="ko-KR" altLang="en-US" sz="1000" dirty="0"/>
              <a:t>전역 오류</a:t>
            </a:r>
            <a:r>
              <a:rPr lang="en-US" altLang="ko-KR" sz="1000" dirty="0"/>
              <a:t>/</a:t>
            </a:r>
            <a:r>
              <a:rPr lang="ko-KR" altLang="en-US" sz="1000" dirty="0"/>
              <a:t>로딩</a:t>
            </a:r>
            <a:r>
              <a:rPr lang="en-US" altLang="ko-KR" sz="1000" dirty="0"/>
              <a:t>/</a:t>
            </a:r>
            <a:r>
              <a:rPr lang="ko-KR" altLang="en-US" sz="1000" dirty="0"/>
              <a:t>오프라인 </a:t>
            </a:r>
            <a:r>
              <a:rPr lang="en-US" altLang="ko-KR" sz="1000" dirty="0"/>
              <a:t>Fallback(“</a:t>
            </a:r>
            <a:r>
              <a:rPr lang="ko-KR" altLang="en-US" sz="1000" dirty="0"/>
              <a:t>절대 빈 화면 금지”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 err="1"/>
              <a:t>NotFound</a:t>
            </a:r>
            <a:r>
              <a:rPr lang="en-US" altLang="ko-KR" sz="1000" dirty="0"/>
              <a:t> </a:t>
            </a:r>
            <a:r>
              <a:rPr lang="ko-KR" altLang="en-US" sz="1000" dirty="0"/>
              <a:t>커스텀</a:t>
            </a:r>
            <a:r>
              <a:rPr lang="en-US" altLang="ko-KR" sz="1000" dirty="0"/>
              <a:t>: 70vh </a:t>
            </a:r>
            <a:r>
              <a:rPr lang="ko-KR" altLang="en-US" sz="1000" dirty="0"/>
              <a:t>중앙 정렬</a:t>
            </a:r>
            <a:r>
              <a:rPr lang="en-US" altLang="ko-KR" sz="1000" dirty="0"/>
              <a:t>·</a:t>
            </a:r>
            <a:r>
              <a:rPr lang="ko-KR" altLang="en-US" sz="1000" dirty="0"/>
              <a:t>홈 링크 고정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모바일 </a:t>
            </a:r>
            <a:r>
              <a:rPr lang="en-US" altLang="ko-KR" sz="1000" dirty="0"/>
              <a:t>420px </a:t>
            </a:r>
            <a:r>
              <a:rPr lang="ko-KR" altLang="en-US" sz="1000" dirty="0"/>
              <a:t>컨테이너</a:t>
            </a:r>
            <a:r>
              <a:rPr lang="en-US" altLang="ko-KR" sz="1000" dirty="0"/>
              <a:t>: </a:t>
            </a:r>
            <a:r>
              <a:rPr lang="ko-KR" altLang="en-US" sz="1000" dirty="0"/>
              <a:t>상단 고정 헤더</a:t>
            </a:r>
            <a:r>
              <a:rPr lang="en-US" altLang="ko-KR" sz="1000" dirty="0"/>
              <a:t>, </a:t>
            </a:r>
            <a:r>
              <a:rPr lang="ko-KR" altLang="en-US" sz="1000" dirty="0"/>
              <a:t>스크롤 안전 영역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데모 데이터</a:t>
            </a:r>
            <a:r>
              <a:rPr lang="en-US" altLang="ko-KR" sz="1000" dirty="0"/>
              <a:t>: </a:t>
            </a:r>
            <a:r>
              <a:rPr lang="ko-KR" altLang="en-US" sz="1000" dirty="0"/>
              <a:t>현재 </a:t>
            </a:r>
            <a:r>
              <a:rPr lang="en-US" altLang="ko-KR" sz="1000" dirty="0" err="1"/>
              <a:t>json</a:t>
            </a:r>
            <a:r>
              <a:rPr lang="en-US" altLang="ko-KR" sz="1000" dirty="0"/>
              <a:t> </a:t>
            </a:r>
            <a:r>
              <a:rPr lang="ko-KR" altLang="en-US" sz="1000" dirty="0"/>
              <a:t>소스와 호환되는 타입 가드 추가</a:t>
            </a:r>
          </a:p>
          <a:p>
            <a:pPr>
              <a:buNone/>
            </a:pPr>
            <a:br>
              <a:rPr lang="ko-KR" altLang="en-US" sz="1000" dirty="0"/>
            </a:br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데이터 모델 초안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데모용 최소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users(id, email, </a:t>
            </a:r>
            <a:r>
              <a:rPr lang="en-US" altLang="ko-KR" sz="1000" dirty="0" err="1">
                <a:latin typeface="Courier New" panose="02070309020205020404" pitchFamily="49" charset="0"/>
              </a:rPr>
              <a:t>password_hash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created_at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films(id, title, year, runtime, genres?, tags?)</a:t>
            </a:r>
            <a:r>
              <a:rPr lang="ko-KR" altLang="en-US" sz="1000" dirty="0"/>
              <a:t> ← 기존 </a:t>
            </a:r>
            <a:r>
              <a:rPr lang="en-US" altLang="ko-KR" sz="1000" dirty="0" err="1"/>
              <a:t>json</a:t>
            </a:r>
            <a:r>
              <a:rPr lang="en-US" altLang="ko-KR" sz="1000" dirty="0"/>
              <a:t> </a:t>
            </a:r>
            <a:r>
              <a:rPr lang="ko-KR" altLang="en-US" sz="1000" dirty="0"/>
              <a:t>기반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reviews(id,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user_id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rating, comment, </a:t>
            </a:r>
            <a:r>
              <a:rPr lang="en-US" altLang="ko-KR" sz="1000" dirty="0" err="1">
                <a:latin typeface="Courier New" panose="02070309020205020404" pitchFamily="49" charset="0"/>
              </a:rPr>
              <a:t>created_at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updated_at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plans(id,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user_id</a:t>
            </a:r>
            <a:r>
              <a:rPr lang="en-US" altLang="ko-KR" sz="1000" dirty="0">
                <a:latin typeface="Courier New" panose="02070309020205020404" pitchFamily="49" charset="0"/>
              </a:rPr>
              <a:t>, name, </a:t>
            </a:r>
            <a:r>
              <a:rPr lang="en-US" altLang="ko-KR" sz="1000" dirty="0" err="1">
                <a:latin typeface="Courier New" panose="02070309020205020404" pitchFamily="49" charset="0"/>
              </a:rPr>
              <a:t>created_at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updated_at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Courier New" panose="02070309020205020404" pitchFamily="49" charset="0"/>
              </a:rPr>
              <a:t>plan_items</a:t>
            </a:r>
            <a:r>
              <a:rPr lang="en-US" altLang="ko-KR" sz="1000" dirty="0">
                <a:latin typeface="Courier New" panose="02070309020205020404" pitchFamily="49" charset="0"/>
              </a:rPr>
              <a:t>(id, </a:t>
            </a:r>
            <a:r>
              <a:rPr lang="en-US" altLang="ko-KR" sz="1000" dirty="0" err="1">
                <a:latin typeface="Courier New" panose="02070309020205020404" pitchFamily="49" charset="0"/>
              </a:rPr>
              <a:t>plan_id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start, end, priority)</a:t>
            </a:r>
            <a:endParaRPr lang="ko-KR" altLang="en-US" sz="1000" dirty="0"/>
          </a:p>
          <a:p>
            <a:pPr>
              <a:buNone/>
            </a:pPr>
            <a:r>
              <a:rPr lang="ko-KR" altLang="en-US" sz="1000" dirty="0"/>
              <a:t>확장 예약 테이블</a:t>
            </a:r>
            <a:r>
              <a:rPr lang="en-US" altLang="ko-KR" sz="1000" dirty="0"/>
              <a:t>(</a:t>
            </a:r>
            <a:r>
              <a:rPr lang="ko-KR" altLang="en-US" sz="1000" dirty="0"/>
              <a:t>초안만</a:t>
            </a:r>
            <a:r>
              <a:rPr lang="en-US" altLang="ko-KR" sz="1000" dirty="0"/>
              <a:t>): </a:t>
            </a:r>
            <a:r>
              <a:rPr lang="en-US" altLang="ko-KR" sz="1000" dirty="0">
                <a:latin typeface="Courier New" panose="02070309020205020404" pitchFamily="49" charset="0"/>
              </a:rPr>
              <a:t>likes(id,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user_id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review_id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/ </a:t>
            </a:r>
            <a:r>
              <a:rPr lang="en-US" altLang="ko-KR" sz="1000" dirty="0">
                <a:latin typeface="Courier New" panose="02070309020205020404" pitchFamily="49" charset="0"/>
              </a:rPr>
              <a:t>relationships(id, </a:t>
            </a:r>
            <a:r>
              <a:rPr lang="en-US" altLang="ko-KR" sz="1000" dirty="0" err="1">
                <a:latin typeface="Courier New" panose="02070309020205020404" pitchFamily="49" charset="0"/>
              </a:rPr>
              <a:t>follower_id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followee_id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None/>
            </a:pPr>
            <a:br>
              <a:rPr lang="ko-KR" altLang="en-US" sz="1000" dirty="0"/>
            </a:br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컴포넌트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페이지 설계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요약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Auth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LoginForm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SignupForm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AuthGuard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SessionProvider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Review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RatingStars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ReviewEditorModal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ReviewList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/>
              <a:t>My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MySummaryCard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MyReviewTable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ExportCsvButton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b="1" dirty="0" err="1"/>
              <a:t>TimeTable</a:t>
            </a:r>
            <a:r>
              <a:rPr lang="en-US" altLang="ko-KR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000" dirty="0"/>
              <a:t>좌측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FilmSearchPanel</a:t>
            </a:r>
            <a:r>
              <a:rPr lang="en-US" altLang="ko-KR" sz="1000" dirty="0"/>
              <a:t>(</a:t>
            </a:r>
            <a:r>
              <a:rPr lang="ko-KR" altLang="en-US" sz="1000" dirty="0"/>
              <a:t>필터</a:t>
            </a:r>
            <a:r>
              <a:rPr lang="en-US" altLang="ko-KR" sz="1000" dirty="0"/>
              <a:t>/</a:t>
            </a:r>
            <a:r>
              <a:rPr lang="ko-KR" altLang="en-US" sz="1000" dirty="0"/>
              <a:t>검색</a:t>
            </a:r>
            <a:r>
              <a:rPr lang="en-US" altLang="ko-KR" sz="1000" dirty="0"/>
              <a:t>/</a:t>
            </a:r>
            <a:r>
              <a:rPr lang="ko-KR" altLang="en-US" sz="1000" dirty="0" err="1"/>
              <a:t>소팅</a:t>
            </a:r>
            <a:r>
              <a:rPr lang="en-US" altLang="ko-KR" sz="1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000" dirty="0"/>
              <a:t>우측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PlanCanvas</a:t>
            </a:r>
            <a:r>
              <a:rPr lang="en-US" altLang="ko-KR" sz="1000" dirty="0"/>
              <a:t>(</a:t>
            </a:r>
            <a:r>
              <a:rPr lang="ko-KR" altLang="en-US" sz="1000" dirty="0"/>
              <a:t>드래그</a:t>
            </a:r>
            <a:r>
              <a:rPr lang="en-US" altLang="ko-KR" sz="1000" dirty="0"/>
              <a:t>·</a:t>
            </a:r>
            <a:r>
              <a:rPr lang="ko-KR" altLang="en-US" sz="1000" dirty="0"/>
              <a:t>리사이즈</a:t>
            </a:r>
            <a:r>
              <a:rPr lang="en-US" altLang="ko-KR" sz="1000" dirty="0"/>
              <a:t>), </a:t>
            </a:r>
            <a:r>
              <a:rPr lang="en-US" altLang="ko-KR" sz="1000" dirty="0" err="1">
                <a:latin typeface="Courier New" panose="02070309020205020404" pitchFamily="49" charset="0"/>
              </a:rPr>
              <a:t>ConflictBadge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PlanSwitcher</a:t>
            </a:r>
            <a:r>
              <a:rPr lang="en-US" altLang="ko-KR" sz="1000" dirty="0"/>
              <a:t>(</a:t>
            </a:r>
            <a:r>
              <a:rPr lang="ko-KR" altLang="en-US" sz="1000" dirty="0"/>
              <a:t>다중 플랜</a:t>
            </a:r>
            <a:r>
              <a:rPr lang="en-US" altLang="ko-KR" sz="1000" dirty="0"/>
              <a:t>), </a:t>
            </a:r>
            <a:r>
              <a:rPr lang="en-US" altLang="ko-KR" sz="1000" dirty="0" err="1">
                <a:latin typeface="Courier New" panose="02070309020205020404" pitchFamily="49" charset="0"/>
              </a:rPr>
              <a:t>SaveLoadBar</a:t>
            </a:r>
            <a:endParaRPr lang="ko-KR" altLang="en-US" sz="1000" dirty="0"/>
          </a:p>
          <a:p>
            <a:pPr>
              <a:buNone/>
            </a:pPr>
            <a:br>
              <a:rPr lang="ko-KR" altLang="en-US" sz="1000" dirty="0"/>
            </a:br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데모 완료 체크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수용 기준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신규 </a:t>
            </a:r>
            <a:r>
              <a:rPr lang="ko-KR" altLang="en-US" sz="1000" dirty="0" err="1"/>
              <a:t>가입→로그인→세션</a:t>
            </a:r>
            <a:r>
              <a:rPr lang="ko-KR" altLang="en-US" sz="1000" dirty="0"/>
              <a:t> 유지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 err="1"/>
              <a:t>감상평</a:t>
            </a:r>
            <a:r>
              <a:rPr lang="en-US" altLang="ko-KR" sz="1000" dirty="0"/>
              <a:t>/</a:t>
            </a:r>
            <a:r>
              <a:rPr lang="ko-KR" altLang="en-US" sz="1000" dirty="0"/>
              <a:t>점수 작성</a:t>
            </a:r>
            <a:r>
              <a:rPr lang="en-US" altLang="ko-KR" sz="1000" dirty="0"/>
              <a:t>·</a:t>
            </a:r>
            <a:r>
              <a:rPr lang="ko-KR" altLang="en-US" sz="1000" dirty="0"/>
              <a:t>수정</a:t>
            </a:r>
            <a:r>
              <a:rPr lang="en-US" altLang="ko-KR" sz="1000" dirty="0"/>
              <a:t>·</a:t>
            </a:r>
            <a:r>
              <a:rPr lang="ko-KR" altLang="en-US" sz="1000" dirty="0"/>
              <a:t>삭제</a:t>
            </a:r>
            <a:r>
              <a:rPr lang="en-US" altLang="ko-KR" sz="1000" dirty="0"/>
              <a:t>, </a:t>
            </a:r>
            <a:r>
              <a:rPr lang="ko-KR" altLang="en-US" sz="1000" dirty="0"/>
              <a:t>평균 표시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나의 타임테이블 생성</a:t>
            </a:r>
            <a:r>
              <a:rPr lang="en-US" altLang="ko-KR" sz="1000" dirty="0"/>
              <a:t>/</a:t>
            </a:r>
            <a:r>
              <a:rPr lang="ko-KR" altLang="en-US" sz="1000" dirty="0"/>
              <a:t>저장</a:t>
            </a:r>
            <a:r>
              <a:rPr lang="en-US" altLang="ko-KR" sz="1000" dirty="0"/>
              <a:t>/</a:t>
            </a:r>
            <a:r>
              <a:rPr lang="ko-KR" altLang="en-US" sz="1000" dirty="0"/>
              <a:t>불러오기</a:t>
            </a:r>
            <a:r>
              <a:rPr lang="en-US" altLang="ko-KR" sz="1000" dirty="0"/>
              <a:t>, </a:t>
            </a:r>
            <a:r>
              <a:rPr lang="ko-KR" altLang="en-US" sz="1000" dirty="0"/>
              <a:t>충돌 경고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전역 오류</a:t>
            </a:r>
            <a:r>
              <a:rPr lang="en-US" altLang="ko-KR" sz="1000" dirty="0"/>
              <a:t>·</a:t>
            </a:r>
            <a:r>
              <a:rPr lang="ko-KR" altLang="en-US" sz="1000" dirty="0"/>
              <a:t>로딩 </a:t>
            </a:r>
            <a:r>
              <a:rPr lang="en-US" altLang="ko-KR" sz="1000" dirty="0"/>
              <a:t>Fallback </a:t>
            </a:r>
            <a:r>
              <a:rPr lang="ko-KR" altLang="en-US" sz="1000" dirty="0"/>
              <a:t>동작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모바일</a:t>
            </a:r>
            <a:r>
              <a:rPr lang="en-US" altLang="ko-KR" sz="1000" dirty="0"/>
              <a:t>/</a:t>
            </a:r>
            <a:r>
              <a:rPr lang="ko-KR" altLang="en-US" sz="1000" dirty="0"/>
              <a:t>데스크톱 반응형 확인</a:t>
            </a:r>
          </a:p>
        </p:txBody>
      </p:sp>
    </p:spTree>
    <p:extLst>
      <p:ext uri="{BB962C8B-B14F-4D97-AF65-F5344CB8AC3E}">
        <p14:creationId xmlns:p14="http://schemas.microsoft.com/office/powerpoint/2010/main" val="2992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3B85-6CFA-6078-BBE2-1199CBB6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3406EC-07C8-92FE-E367-CC98043764B9}"/>
              </a:ext>
            </a:extLst>
          </p:cNvPr>
          <p:cNvSpPr txBox="1"/>
          <p:nvPr/>
        </p:nvSpPr>
        <p:spPr>
          <a:xfrm>
            <a:off x="0" y="0"/>
            <a:ext cx="685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캔버스</a:t>
            </a:r>
            <a:endParaRPr lang="en-US" altLang="ko-KR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291FDA-9C61-7ED3-D13C-D03B941634A0}"/>
              </a:ext>
            </a:extLst>
          </p:cNvPr>
          <p:cNvSpPr txBox="1"/>
          <p:nvPr/>
        </p:nvSpPr>
        <p:spPr>
          <a:xfrm>
            <a:off x="0" y="246221"/>
            <a:ext cx="560916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/>
              <a:t>OOFF — Demo &amp; Roadmap (v2025-11-03)</a:t>
            </a:r>
          </a:p>
          <a:p>
            <a:pPr>
              <a:buNone/>
            </a:pPr>
            <a:r>
              <a:rPr lang="en-US" altLang="ko-KR" sz="1000" b="1" dirty="0"/>
              <a:t>BIFF 2025 </a:t>
            </a:r>
            <a:r>
              <a:rPr lang="ko-KR" altLang="en-US" sz="1000" b="1" dirty="0"/>
              <a:t>데이터 연동 단계</a:t>
            </a:r>
          </a:p>
          <a:p>
            <a:pPr>
              <a:buNone/>
            </a:pPr>
            <a:r>
              <a:rPr lang="ko-KR" altLang="en-US" sz="1000" b="1" dirty="0"/>
              <a:t>스키마 확장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persons(id, name, role)</a:t>
            </a:r>
            <a:r>
              <a:rPr lang="ko-KR" altLang="en-US" sz="1000" dirty="0"/>
              <a:t> </a:t>
            </a:r>
            <a:r>
              <a:rPr lang="en-US" altLang="ko-KR" sz="1000" dirty="0"/>
              <a:t>/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film_persons</a:t>
            </a:r>
            <a:r>
              <a:rPr lang="en-US" altLang="ko-KR" sz="1000" dirty="0">
                <a:latin typeface="Courier New" panose="02070309020205020404" pitchFamily="49" charset="0"/>
              </a:rPr>
              <a:t>(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person_id</a:t>
            </a:r>
            <a:r>
              <a:rPr lang="en-US" altLang="ko-KR" sz="1000" dirty="0">
                <a:latin typeface="Courier New" panose="02070309020205020404" pitchFamily="49" charset="0"/>
              </a:rPr>
              <a:t>, role)</a:t>
            </a:r>
            <a:r>
              <a:rPr lang="ko-KR" altLang="en-US" sz="1000" dirty="0"/>
              <a:t> ← 감독</a:t>
            </a:r>
            <a:r>
              <a:rPr lang="en-US" altLang="ko-KR" sz="1000" dirty="0"/>
              <a:t>·</a:t>
            </a:r>
            <a:r>
              <a:rPr lang="ko-KR" altLang="en-US" sz="1000" dirty="0"/>
              <a:t>배우 연결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awards(id, name, year, festival)</a:t>
            </a:r>
            <a:r>
              <a:rPr lang="ko-KR" altLang="en-US" sz="1000" dirty="0"/>
              <a:t> </a:t>
            </a:r>
            <a:r>
              <a:rPr lang="en-US" altLang="ko-KR" sz="1000" dirty="0"/>
              <a:t>/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film_awards</a:t>
            </a:r>
            <a:r>
              <a:rPr lang="en-US" altLang="ko-KR" sz="1000" dirty="0">
                <a:latin typeface="Courier New" panose="02070309020205020404" pitchFamily="49" charset="0"/>
              </a:rPr>
              <a:t>(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award_id</a:t>
            </a:r>
            <a:r>
              <a:rPr lang="en-US" altLang="ko-KR" sz="1000" dirty="0">
                <a:latin typeface="Courier New" panose="02070309020205020404" pitchFamily="49" charset="0"/>
              </a:rPr>
              <a:t>, result)</a:t>
            </a:r>
            <a:r>
              <a:rPr lang="ko-KR" altLang="en-US" sz="1000" dirty="0"/>
              <a:t> ← 수상</a:t>
            </a:r>
            <a:r>
              <a:rPr lang="en-US" altLang="ko-KR" sz="1000" dirty="0"/>
              <a:t>/</a:t>
            </a:r>
            <a:r>
              <a:rPr lang="ko-KR" altLang="en-US" sz="1000" dirty="0"/>
              <a:t>후보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events(id, kind[GV/</a:t>
            </a:r>
            <a:r>
              <a:rPr lang="ko-KR" altLang="en-US" sz="1000" dirty="0">
                <a:latin typeface="Courier New" panose="02070309020205020404" pitchFamily="49" charset="0"/>
              </a:rPr>
              <a:t>상영</a:t>
            </a:r>
            <a:r>
              <a:rPr lang="en-US" altLang="ko-KR" sz="1000" dirty="0">
                <a:latin typeface="Courier New" panose="02070309020205020404" pitchFamily="49" charset="0"/>
              </a:rPr>
              <a:t>/</a:t>
            </a:r>
            <a:r>
              <a:rPr lang="ko-KR" altLang="en-US" sz="1000" dirty="0">
                <a:latin typeface="Courier New" panose="02070309020205020404" pitchFamily="49" charset="0"/>
              </a:rPr>
              <a:t>토크</a:t>
            </a:r>
            <a:r>
              <a:rPr lang="en-US" altLang="ko-KR" sz="1000" dirty="0">
                <a:latin typeface="Courier New" panose="02070309020205020404" pitchFamily="49" charset="0"/>
              </a:rPr>
              <a:t>], time, venue,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>
                <a:latin typeface="Courier New" panose="02070309020205020404" pitchFamily="49" charset="0"/>
              </a:rPr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edition_id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r>
              <a:rPr lang="ko-KR" altLang="en-US" sz="1000" dirty="0"/>
              <a:t> ← </a:t>
            </a:r>
            <a:r>
              <a:rPr lang="en-US" altLang="ko-KR" sz="1000" dirty="0"/>
              <a:t>GV </a:t>
            </a:r>
            <a:r>
              <a:rPr lang="ko-KR" altLang="en-US" sz="1000" dirty="0"/>
              <a:t>여부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회차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Courier New" panose="02070309020205020404" pitchFamily="49" charset="0"/>
              </a:rPr>
              <a:t>editions(id, year, festival, city, </a:t>
            </a:r>
            <a:r>
              <a:rPr lang="en-US" altLang="ko-KR" sz="1000" dirty="0" err="1">
                <a:latin typeface="Courier New" panose="02070309020205020404" pitchFamily="49" charset="0"/>
              </a:rPr>
              <a:t>date_range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/ </a:t>
            </a:r>
            <a:r>
              <a:rPr lang="en-US" altLang="ko-KR" sz="1000" dirty="0">
                <a:latin typeface="Courier New" panose="02070309020205020404" pitchFamily="49" charset="0"/>
              </a:rPr>
              <a:t>sections(id, name, </a:t>
            </a:r>
            <a:r>
              <a:rPr lang="en-US" altLang="ko-KR" sz="1000" dirty="0" err="1">
                <a:latin typeface="Courier New" panose="02070309020205020404" pitchFamily="49" charset="0"/>
              </a:rPr>
              <a:t>edition_id</a:t>
            </a:r>
            <a:r>
              <a:rPr lang="en-US" altLang="ko-KR" sz="1000" dirty="0">
                <a:latin typeface="Courier New" panose="02070309020205020404" pitchFamily="49" charset="0"/>
              </a:rPr>
              <a:t>)</a:t>
            </a:r>
            <a:endParaRPr lang="ko-KR" alt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인덱스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film_id</a:t>
            </a:r>
            <a:r>
              <a:rPr lang="en-US" altLang="ko-KR" sz="1000" dirty="0"/>
              <a:t>, </a:t>
            </a:r>
            <a:r>
              <a:rPr lang="en-US" altLang="ko-KR" sz="1000" dirty="0" err="1">
                <a:latin typeface="Courier New" panose="02070309020205020404" pitchFamily="49" charset="0"/>
              </a:rPr>
              <a:t>edition_id</a:t>
            </a:r>
            <a:r>
              <a:rPr lang="en-US" altLang="ko-KR" sz="1000" dirty="0"/>
              <a:t>, </a:t>
            </a:r>
            <a:r>
              <a:rPr lang="en-US" altLang="ko-KR" sz="1000" dirty="0">
                <a:latin typeface="Courier New" panose="02070309020205020404" pitchFamily="49" charset="0"/>
              </a:rPr>
              <a:t>time</a:t>
            </a:r>
            <a:r>
              <a:rPr lang="ko-KR" altLang="en-US" sz="1000" dirty="0"/>
              <a:t>로 조회 최적화</a:t>
            </a:r>
          </a:p>
          <a:p>
            <a:pPr>
              <a:buNone/>
            </a:pPr>
            <a:r>
              <a:rPr lang="ko-KR" altLang="en-US" sz="1000" b="1" dirty="0"/>
              <a:t>타임테이블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데이터 통합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“검색 </a:t>
            </a:r>
            <a:r>
              <a:rPr lang="ko-KR" altLang="en-US" sz="1000" dirty="0" err="1"/>
              <a:t>소스”를</a:t>
            </a:r>
            <a:r>
              <a:rPr lang="ko-KR" altLang="en-US" sz="1000" dirty="0"/>
              <a:t> </a:t>
            </a:r>
            <a:r>
              <a:rPr lang="en-US" altLang="ko-KR" sz="1000" dirty="0"/>
              <a:t>BIFF DB</a:t>
            </a:r>
            <a:r>
              <a:rPr lang="ko-KR" altLang="en-US" sz="1000" dirty="0"/>
              <a:t>로 전환</a:t>
            </a:r>
            <a:r>
              <a:rPr lang="en-US" altLang="ko-KR" sz="1000" dirty="0"/>
              <a:t>(</a:t>
            </a:r>
            <a:r>
              <a:rPr lang="ko-KR" altLang="en-US" sz="1000" dirty="0"/>
              <a:t>필터</a:t>
            </a:r>
            <a:r>
              <a:rPr lang="en-US" altLang="ko-KR" sz="1000" dirty="0"/>
              <a:t>: </a:t>
            </a:r>
            <a:r>
              <a:rPr lang="ko-KR" altLang="en-US" sz="1000" dirty="0"/>
              <a:t>섹션</a:t>
            </a:r>
            <a:r>
              <a:rPr lang="en-US" altLang="ko-KR" sz="1000" dirty="0"/>
              <a:t>/</a:t>
            </a:r>
            <a:r>
              <a:rPr lang="ko-KR" altLang="en-US" sz="1000" dirty="0"/>
              <a:t>장소</a:t>
            </a:r>
            <a:r>
              <a:rPr lang="en-US" altLang="ko-KR" sz="1000" dirty="0"/>
              <a:t>/GV/</a:t>
            </a:r>
            <a:r>
              <a:rPr lang="ko-KR" altLang="en-US" sz="1000" dirty="0"/>
              <a:t>수상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내 플랜에 “공식 상영 데이터” 붙이기</a:t>
            </a:r>
            <a:r>
              <a:rPr lang="en-US" altLang="ko-KR" sz="1000" dirty="0"/>
              <a:t>(</a:t>
            </a:r>
            <a:r>
              <a:rPr lang="ko-KR" altLang="en-US" sz="1000" dirty="0"/>
              <a:t>캘린더형 보기 추가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이전 플랜 가져오기</a:t>
            </a:r>
            <a:r>
              <a:rPr lang="en-US" altLang="ko-KR" sz="1000" dirty="0"/>
              <a:t>(</a:t>
            </a:r>
            <a:r>
              <a:rPr lang="ko-KR" altLang="en-US" sz="1000" dirty="0"/>
              <a:t>년도</a:t>
            </a:r>
            <a:r>
              <a:rPr lang="en-US" altLang="ko-KR" sz="1000" dirty="0"/>
              <a:t>/</a:t>
            </a:r>
            <a:r>
              <a:rPr lang="ko-KR" altLang="en-US" sz="1000" dirty="0"/>
              <a:t>에디션 선택</a:t>
            </a:r>
            <a:r>
              <a:rPr lang="en-US" altLang="ko-KR" sz="1000" dirty="0"/>
              <a:t>)</a:t>
            </a:r>
          </a:p>
          <a:p>
            <a:pPr>
              <a:buNone/>
            </a:pPr>
            <a:r>
              <a:rPr lang="ko-KR" altLang="en-US" sz="1000" b="1" dirty="0"/>
              <a:t>감상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프로필 확장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리뷰에 링크</a:t>
            </a:r>
            <a:r>
              <a:rPr lang="en-US" altLang="ko-KR" sz="1000" dirty="0"/>
              <a:t>/</a:t>
            </a:r>
            <a:r>
              <a:rPr lang="ko-KR" altLang="en-US" sz="1000" dirty="0"/>
              <a:t>사진 옵션</a:t>
            </a:r>
            <a:r>
              <a:rPr lang="en-US" altLang="ko-KR" sz="1000" dirty="0"/>
              <a:t>: URL </a:t>
            </a:r>
            <a:r>
              <a:rPr lang="ko-KR" altLang="en-US" sz="1000" dirty="0"/>
              <a:t>첨부 후 미리보기 카드</a:t>
            </a:r>
            <a:r>
              <a:rPr lang="en-US" altLang="ko-KR" sz="1000" dirty="0"/>
              <a:t>(</a:t>
            </a:r>
            <a:r>
              <a:rPr lang="ko-KR" altLang="en-US" sz="1000" dirty="0"/>
              <a:t>이미지는 추후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My </a:t>
            </a:r>
            <a:r>
              <a:rPr lang="ko-KR" altLang="en-US" sz="1000" dirty="0"/>
              <a:t>페이지에 “올해 </a:t>
            </a:r>
            <a:r>
              <a:rPr lang="en-US" altLang="ko-KR" sz="1000" dirty="0"/>
              <a:t>BIFF </a:t>
            </a:r>
            <a:r>
              <a:rPr lang="ko-KR" altLang="en-US" sz="1000" dirty="0"/>
              <a:t>플랜</a:t>
            </a:r>
            <a:r>
              <a:rPr lang="en-US" altLang="ko-KR" sz="1000" dirty="0"/>
              <a:t>/</a:t>
            </a:r>
            <a:r>
              <a:rPr lang="ko-KR" altLang="en-US" sz="1000" dirty="0"/>
              <a:t>리뷰 하이라이트” 위젯</a:t>
            </a:r>
          </a:p>
          <a:p>
            <a:pPr>
              <a:buNone/>
            </a:pPr>
            <a:br>
              <a:rPr lang="ko-KR" altLang="en-US" sz="1000" dirty="0"/>
            </a:br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기술 선택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권장</a:t>
            </a:r>
            <a:r>
              <a:rPr lang="en-US" altLang="ko-KR" sz="1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인증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NextAuth</a:t>
            </a:r>
            <a:r>
              <a:rPr lang="en-US" altLang="ko-KR" sz="1000" dirty="0"/>
              <a:t>(</a:t>
            </a:r>
            <a:r>
              <a:rPr lang="ko-KR" altLang="en-US" sz="1000" dirty="0" err="1"/>
              <a:t>크리덴셜</a:t>
            </a:r>
            <a:r>
              <a:rPr lang="en-US" altLang="ko-KR" sz="1000" dirty="0"/>
              <a:t>) </a:t>
            </a:r>
            <a:r>
              <a:rPr lang="ko-KR" altLang="en-US" sz="1000" dirty="0"/>
              <a:t>또는 </a:t>
            </a:r>
            <a:r>
              <a:rPr lang="en-US" altLang="ko-KR" sz="1000" dirty="0"/>
              <a:t>Lucia(</a:t>
            </a:r>
            <a:r>
              <a:rPr lang="ko-KR" altLang="en-US" sz="1000" dirty="0"/>
              <a:t>경량</a:t>
            </a:r>
            <a:r>
              <a:rPr lang="en-US" altLang="ko-KR" sz="1000" dirty="0"/>
              <a:t>) + Prisma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DB: </a:t>
            </a:r>
            <a:r>
              <a:rPr lang="en-US" altLang="ko-KR" sz="1000" dirty="0" err="1"/>
              <a:t>PlanetScale</a:t>
            </a:r>
            <a:r>
              <a:rPr lang="en-US" altLang="ko-KR" sz="1000" dirty="0"/>
              <a:t>(</a:t>
            </a:r>
            <a:r>
              <a:rPr lang="ko-KR" altLang="en-US" sz="1000" dirty="0"/>
              <a:t>초기</a:t>
            </a:r>
            <a:r>
              <a:rPr lang="en-US" altLang="ko-KR" sz="1000" dirty="0"/>
              <a:t>) </a:t>
            </a:r>
            <a:r>
              <a:rPr lang="ko-KR" altLang="en-US" sz="1000" dirty="0"/>
              <a:t>또는 </a:t>
            </a:r>
            <a:r>
              <a:rPr lang="en-US" altLang="ko-KR" sz="1000" dirty="0" err="1"/>
              <a:t>Supabase</a:t>
            </a:r>
            <a:r>
              <a:rPr lang="en-US" altLang="ko-KR" sz="1000" dirty="0"/>
              <a:t>(</a:t>
            </a:r>
            <a:r>
              <a:rPr lang="ko-KR" altLang="en-US" sz="1000" dirty="0"/>
              <a:t>간편</a:t>
            </a:r>
            <a:r>
              <a:rPr lang="en-US" altLang="ko-KR" sz="1000" dirty="0"/>
              <a:t>), </a:t>
            </a:r>
            <a:r>
              <a:rPr lang="ko-KR" altLang="en-US" sz="1000" dirty="0"/>
              <a:t>로컬 </a:t>
            </a:r>
            <a:r>
              <a:rPr lang="en-US" altLang="ko-KR" sz="1000" dirty="0"/>
              <a:t>SQLite </a:t>
            </a:r>
            <a:r>
              <a:rPr lang="ko-KR" altLang="en-US" sz="1000" dirty="0"/>
              <a:t>개발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상태</a:t>
            </a:r>
            <a:r>
              <a:rPr lang="en-US" altLang="ko-KR" sz="1000" dirty="0"/>
              <a:t>: Server Actions + React Query(</a:t>
            </a:r>
            <a:r>
              <a:rPr lang="ko-KR" altLang="en-US" sz="1000" dirty="0"/>
              <a:t>요청 캐시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캘린더</a:t>
            </a:r>
            <a:r>
              <a:rPr lang="en-US" altLang="ko-KR" sz="1000" dirty="0"/>
              <a:t>/</a:t>
            </a:r>
            <a:r>
              <a:rPr lang="ko-KR" altLang="en-US" sz="1000" dirty="0"/>
              <a:t>드래그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dnd</a:t>
            </a:r>
            <a:r>
              <a:rPr lang="en-US" altLang="ko-KR" sz="1000" dirty="0">
                <a:latin typeface="Courier New" panose="02070309020205020404" pitchFamily="49" charset="0"/>
              </a:rPr>
              <a:t>-kit</a:t>
            </a:r>
            <a:r>
              <a:rPr lang="ko-KR" altLang="en-US" sz="1000" dirty="0"/>
              <a:t> </a:t>
            </a:r>
            <a:r>
              <a:rPr lang="en-US" altLang="ko-KR" sz="1000" dirty="0"/>
              <a:t>+ </a:t>
            </a:r>
            <a:r>
              <a:rPr lang="ko-KR" altLang="en-US" sz="1000" dirty="0"/>
              <a:t>커스텀 캘린더 </a:t>
            </a:r>
            <a:r>
              <a:rPr lang="en-US" altLang="ko-KR" sz="1000" dirty="0"/>
              <a:t>Grid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유효성</a:t>
            </a:r>
            <a:r>
              <a:rPr lang="en-US" altLang="ko-KR" sz="1000" dirty="0"/>
              <a:t>: Zod, </a:t>
            </a:r>
            <a:r>
              <a:rPr lang="ko-KR" altLang="en-US" sz="1000" dirty="0"/>
              <a:t>폼</a:t>
            </a:r>
            <a:r>
              <a:rPr lang="en-US" altLang="ko-KR" sz="1000" dirty="0"/>
              <a:t>: React Hook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품질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ESLint</a:t>
            </a:r>
            <a:r>
              <a:rPr lang="en-US" altLang="ko-KR" sz="1000" dirty="0"/>
              <a:t>/Prettier, Zod </a:t>
            </a:r>
            <a:r>
              <a:rPr lang="ko-KR" altLang="en-US" sz="1000" dirty="0"/>
              <a:t>스키마로 타입 가드</a:t>
            </a:r>
          </a:p>
          <a:p>
            <a:pPr>
              <a:buNone/>
            </a:pPr>
            <a:br>
              <a:rPr lang="ko-KR" altLang="en-US" sz="1000" dirty="0"/>
            </a:br>
            <a:endParaRPr lang="ko-KR" altLang="en-US" sz="1000" dirty="0"/>
          </a:p>
          <a:p>
            <a:pPr>
              <a:buNone/>
            </a:pPr>
            <a:r>
              <a:rPr lang="ko-KR" altLang="en-US" sz="1000" b="1" dirty="0"/>
              <a:t>리스크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선제 조치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동시성</a:t>
            </a:r>
            <a:r>
              <a:rPr lang="en-US" altLang="ko-KR" sz="1000" dirty="0"/>
              <a:t>: </a:t>
            </a:r>
            <a:r>
              <a:rPr lang="ko-KR" altLang="en-US" sz="1000" dirty="0"/>
              <a:t>플랜 저장 시 낙관적 업데이트</a:t>
            </a:r>
            <a:r>
              <a:rPr lang="en-US" altLang="ko-KR" sz="1000" dirty="0"/>
              <a:t>+</a:t>
            </a:r>
            <a:r>
              <a:rPr lang="ko-KR" altLang="en-US" sz="1000" dirty="0"/>
              <a:t>버전 필드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충돌 </a:t>
            </a:r>
            <a:r>
              <a:rPr lang="en-US" altLang="ko-KR" sz="1000" dirty="0"/>
              <a:t>UI: </a:t>
            </a:r>
            <a:r>
              <a:rPr lang="ko-KR" altLang="en-US" sz="1000" dirty="0"/>
              <a:t>시간 겹침 기준 명확화</a:t>
            </a:r>
            <a:r>
              <a:rPr lang="en-US" altLang="ko-KR" sz="1000" dirty="0"/>
              <a:t>(</a:t>
            </a:r>
            <a:r>
              <a:rPr lang="ko-KR" altLang="en-US" sz="1000" dirty="0"/>
              <a:t>시작</a:t>
            </a:r>
            <a:r>
              <a:rPr lang="en-US" altLang="ko-KR" sz="1000" dirty="0"/>
              <a:t>==</a:t>
            </a:r>
            <a:r>
              <a:rPr lang="ko-KR" altLang="en-US" sz="1000" dirty="0"/>
              <a:t>끝은 겹침 아님 등</a:t>
            </a:r>
            <a:r>
              <a:rPr lang="en-US" altLang="ko-KR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빌드 안전장치</a:t>
            </a:r>
            <a:r>
              <a:rPr lang="en-US" altLang="ko-KR" sz="1000" dirty="0"/>
              <a:t>: </a:t>
            </a:r>
            <a:r>
              <a:rPr lang="ko-KR" altLang="en-US" sz="1000" dirty="0"/>
              <a:t>서버 오류 시에도 </a:t>
            </a:r>
            <a:r>
              <a:rPr lang="en-US" altLang="ko-KR" sz="1000" dirty="0"/>
              <a:t>500 </a:t>
            </a:r>
            <a:r>
              <a:rPr lang="ko-KR" altLang="en-US" sz="1000" dirty="0"/>
              <a:t>페이지 커스텀 고정 표시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도메인</a:t>
            </a:r>
            <a:r>
              <a:rPr lang="en-US" altLang="ko-KR" sz="1000" dirty="0"/>
              <a:t>/</a:t>
            </a:r>
            <a:r>
              <a:rPr lang="ko-KR" altLang="en-US" sz="1000" dirty="0"/>
              <a:t>캐시</a:t>
            </a:r>
            <a:r>
              <a:rPr lang="en-US" altLang="ko-KR" sz="1000" dirty="0"/>
              <a:t>: ISR/</a:t>
            </a:r>
            <a:r>
              <a:rPr lang="ko-KR" altLang="en-US" sz="1000" dirty="0"/>
              <a:t>캐시 무효화 버튼</a:t>
            </a:r>
            <a:r>
              <a:rPr lang="en-US" altLang="ko-KR" sz="1000" dirty="0"/>
              <a:t>(</a:t>
            </a:r>
            <a:r>
              <a:rPr lang="ko-KR" altLang="en-US" sz="1000" dirty="0"/>
              <a:t>관리자 전용</a:t>
            </a:r>
            <a:r>
              <a:rPr lang="en-US" altLang="ko-KR" sz="1000" dirty="0"/>
              <a:t>) </a:t>
            </a:r>
            <a:r>
              <a:rPr lang="ko-KR" altLang="en-US" sz="1000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287305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0530-8B55-B683-BF43-B97FE8BC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C8C1C-1BCC-9F32-1FE4-54A949CCAEC9}"/>
              </a:ext>
            </a:extLst>
          </p:cNvPr>
          <p:cNvSpPr txBox="1"/>
          <p:nvPr/>
        </p:nvSpPr>
        <p:spPr>
          <a:xfrm>
            <a:off x="0" y="246221"/>
            <a:ext cx="6858000" cy="445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000" dirty="0"/>
              <a:t>다음은 오늘 진행 제안 항목별 </a:t>
            </a:r>
            <a:r>
              <a:rPr lang="en-US" altLang="ko-KR" sz="1000" dirty="0"/>
              <a:t>3</a:t>
            </a:r>
            <a:r>
              <a:rPr lang="ko-KR" altLang="en-US" sz="1000" dirty="0"/>
              <a:t>줄 이내 설명입니다</a:t>
            </a:r>
            <a:r>
              <a:rPr lang="en-US" altLang="ko-KR" sz="1000" dirty="0"/>
              <a:t>(</a:t>
            </a:r>
            <a:r>
              <a:rPr lang="ko-KR" altLang="en-US" sz="1000" dirty="0"/>
              <a:t>코드 제공 전 사전 합의용</a:t>
            </a:r>
            <a:r>
              <a:rPr lang="en-US" altLang="ko-KR" sz="1000" dirty="0"/>
              <a:t>):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 err="1"/>
              <a:t>NextAuth</a:t>
            </a:r>
            <a:r>
              <a:rPr lang="en-US" altLang="ko-KR" sz="1000" dirty="0"/>
              <a:t> v5(</a:t>
            </a:r>
            <a:r>
              <a:rPr lang="ko-KR" altLang="en-US" sz="1000" dirty="0" err="1"/>
              <a:t>크리덴셜</a:t>
            </a:r>
            <a:r>
              <a:rPr lang="en-US" altLang="ko-KR" sz="1000" dirty="0"/>
              <a:t>) + Prisma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Next.js</a:t>
            </a:r>
            <a:r>
              <a:rPr lang="ko-KR" altLang="en-US" sz="1000" dirty="0"/>
              <a:t>용 인증 라이브러리로 “이메일</a:t>
            </a:r>
            <a:r>
              <a:rPr lang="en-US" altLang="ko-KR" sz="1000" dirty="0"/>
              <a:t>+</a:t>
            </a:r>
            <a:r>
              <a:rPr lang="ko-KR" altLang="en-US" sz="1000" dirty="0"/>
              <a:t>비밀번호” 로그인 흐름을 제공합니다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Prisma</a:t>
            </a:r>
            <a:r>
              <a:rPr lang="ko-KR" altLang="en-US" sz="1000" dirty="0"/>
              <a:t>는 </a:t>
            </a:r>
            <a:r>
              <a:rPr lang="en-US" altLang="ko-KR" sz="1000" dirty="0"/>
              <a:t>DB </a:t>
            </a:r>
            <a:r>
              <a:rPr lang="ko-KR" altLang="en-US" sz="1000" dirty="0"/>
              <a:t>접근 </a:t>
            </a:r>
            <a:r>
              <a:rPr lang="en-US" altLang="ko-KR" sz="1000" dirty="0"/>
              <a:t>ORM</a:t>
            </a:r>
            <a:r>
              <a:rPr lang="ko-KR" altLang="en-US" sz="1000" dirty="0"/>
              <a:t>으로</a:t>
            </a:r>
            <a:r>
              <a:rPr lang="en-US" altLang="ko-KR" sz="1000" dirty="0"/>
              <a:t>, </a:t>
            </a:r>
            <a:r>
              <a:rPr lang="ko-KR" altLang="en-US" sz="1000" dirty="0"/>
              <a:t>스키마 정의</a:t>
            </a:r>
            <a:r>
              <a:rPr lang="en-US" altLang="ko-KR" sz="1000" dirty="0"/>
              <a:t>·</a:t>
            </a:r>
            <a:r>
              <a:rPr lang="ko-KR" altLang="en-US" sz="1000" dirty="0"/>
              <a:t>마이그레이션을 안전하게 관리합니다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dirty="0"/>
              <a:t>해시</a:t>
            </a:r>
            <a:r>
              <a:rPr lang="en-US" altLang="ko-KR" sz="1000" dirty="0"/>
              <a:t>: argon2id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최신 권고 해시 알고리즘으로</a:t>
            </a:r>
            <a:r>
              <a:rPr lang="en-US" altLang="ko-KR" sz="1000" dirty="0"/>
              <a:t>, </a:t>
            </a:r>
            <a:r>
              <a:rPr lang="ko-KR" altLang="en-US" sz="1000" dirty="0"/>
              <a:t>비밀번호를 복원 불가능한 형태로 저장합니다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메모리</a:t>
            </a:r>
            <a:r>
              <a:rPr lang="en-US" altLang="ko-KR" sz="1000" dirty="0"/>
              <a:t>·</a:t>
            </a:r>
            <a:r>
              <a:rPr lang="ko-KR" altLang="en-US" sz="1000" dirty="0"/>
              <a:t>시간 비용을 조절해 무차별 대입 공격에 강합니다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1000" dirty="0"/>
              <a:t>DB: </a:t>
            </a:r>
            <a:r>
              <a:rPr lang="ko-KR" altLang="en-US" sz="1000" dirty="0"/>
              <a:t>개발 </a:t>
            </a:r>
            <a:r>
              <a:rPr lang="en-US" altLang="ko-KR" sz="1000" dirty="0"/>
              <a:t>SQLite → </a:t>
            </a:r>
            <a:r>
              <a:rPr lang="ko-KR" altLang="en-US" sz="1000" dirty="0"/>
              <a:t>운영 </a:t>
            </a:r>
            <a:r>
              <a:rPr lang="en-US" altLang="ko-KR" sz="1000" dirty="0" err="1"/>
              <a:t>Supabase</a:t>
            </a:r>
            <a:endParaRPr lang="en-US" altLang="ko-KR" sz="1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로컬 개발은 파일 하나로 끝나는 </a:t>
            </a:r>
            <a:r>
              <a:rPr lang="en-US" altLang="ko-KR" sz="1000" dirty="0"/>
              <a:t>SQLite</a:t>
            </a:r>
            <a:r>
              <a:rPr lang="ko-KR" altLang="en-US" sz="1000" dirty="0"/>
              <a:t>로 빠르게 진행합니다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배포 시 </a:t>
            </a:r>
            <a:r>
              <a:rPr lang="en-US" altLang="ko-KR" sz="1000" dirty="0" err="1"/>
              <a:t>Supabase</a:t>
            </a:r>
            <a:r>
              <a:rPr lang="en-US" altLang="ko-KR" sz="1000" dirty="0"/>
              <a:t>(Postgres)</a:t>
            </a:r>
            <a:r>
              <a:rPr lang="ko-KR" altLang="en-US" sz="1000" dirty="0"/>
              <a:t>로 전환해 안정성</a:t>
            </a:r>
            <a:r>
              <a:rPr lang="en-US" altLang="ko-KR" sz="1000" dirty="0"/>
              <a:t>·</a:t>
            </a:r>
            <a:r>
              <a:rPr lang="ko-KR" altLang="en-US" sz="1000" dirty="0"/>
              <a:t>확장성을 확보합니다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000" dirty="0"/>
              <a:t>이메일 인증</a:t>
            </a:r>
            <a:r>
              <a:rPr lang="en-US" altLang="ko-KR" sz="1000" dirty="0"/>
              <a:t>: </a:t>
            </a:r>
            <a:r>
              <a:rPr lang="ko-KR" altLang="en-US" sz="1000" dirty="0"/>
              <a:t>데모 생략</a:t>
            </a:r>
            <a:r>
              <a:rPr lang="en-US" altLang="ko-KR" sz="1000" dirty="0"/>
              <a:t>, </a:t>
            </a:r>
            <a:r>
              <a:rPr lang="ko-KR" altLang="en-US" sz="1000" dirty="0"/>
              <a:t>운영 </a:t>
            </a:r>
            <a:r>
              <a:rPr lang="en-US" altLang="ko-KR" sz="1000" dirty="0"/>
              <a:t>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데모는 속도를 위해 인증메일 발송을 건너뜁니다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운영 전환 시 가입 이메일 확인</a:t>
            </a:r>
            <a:r>
              <a:rPr lang="en-US" altLang="ko-KR" sz="1000" dirty="0"/>
              <a:t>(</a:t>
            </a:r>
            <a:r>
              <a:rPr lang="ko-KR" altLang="en-US" sz="1000" dirty="0"/>
              <a:t>링크 클릭</a:t>
            </a:r>
            <a:r>
              <a:rPr lang="en-US" altLang="ko-KR" sz="1000" dirty="0"/>
              <a:t>)</a:t>
            </a:r>
            <a:r>
              <a:rPr lang="ko-KR" altLang="en-US" sz="1000" dirty="0"/>
              <a:t>로 계정 오남용을 방지합니다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1000" dirty="0"/>
              <a:t>보호 경로</a:t>
            </a:r>
            <a:r>
              <a:rPr lang="en-US" altLang="ko-KR" sz="1000" dirty="0"/>
              <a:t>: /my, /timetable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/>
              <a:t>로그인된</a:t>
            </a:r>
            <a:r>
              <a:rPr lang="ko-KR" altLang="en-US" sz="1000" dirty="0"/>
              <a:t> 사용자만 접근하도록 미들웨어에서 세션 검사합니다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비로그인 접근 시 로그인 페이지로 안전하게 </a:t>
            </a:r>
            <a:r>
              <a:rPr lang="ko-KR" altLang="en-US" sz="1000" dirty="0" err="1"/>
              <a:t>리다이렉트합니다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1000" dirty="0"/>
              <a:t>보안 옵션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레이트리밋</a:t>
            </a:r>
            <a:r>
              <a:rPr lang="en-US" altLang="ko-KR" sz="1000" dirty="0"/>
              <a:t>·CSRF·</a:t>
            </a:r>
            <a:r>
              <a:rPr lang="ko-KR" altLang="en-US" sz="1000" dirty="0" err="1"/>
              <a:t>보안쿠키</a:t>
            </a:r>
            <a:endParaRPr lang="ko-KR" altLang="en-US" sz="1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/>
              <a:t>레이트리밋</a:t>
            </a:r>
            <a:r>
              <a:rPr lang="en-US" altLang="ko-KR" sz="1000" dirty="0"/>
              <a:t>: </a:t>
            </a:r>
            <a:r>
              <a:rPr lang="ko-KR" altLang="en-US" sz="1000" dirty="0"/>
              <a:t>로그인 시도 횟수 제한으로 무차별 대입 방지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CSRF </a:t>
            </a:r>
            <a:r>
              <a:rPr lang="ko-KR" altLang="en-US" sz="1000" dirty="0"/>
              <a:t>토큰 검증과 </a:t>
            </a:r>
            <a:r>
              <a:rPr lang="en-US" altLang="ko-KR" sz="1000" dirty="0">
                <a:latin typeface="Courier New" panose="02070309020205020404" pitchFamily="49" charset="0"/>
              </a:rPr>
              <a:t>Secure/</a:t>
            </a:r>
            <a:r>
              <a:rPr lang="en-US" altLang="ko-KR" sz="1000" dirty="0" err="1">
                <a:latin typeface="Courier New" panose="02070309020205020404" pitchFamily="49" charset="0"/>
              </a:rPr>
              <a:t>HttpOnly</a:t>
            </a:r>
            <a:r>
              <a:rPr lang="en-US" altLang="ko-KR" sz="1000" dirty="0">
                <a:latin typeface="Courier New" panose="02070309020205020404" pitchFamily="49" charset="0"/>
              </a:rPr>
              <a:t>/</a:t>
            </a:r>
            <a:r>
              <a:rPr lang="en-US" altLang="ko-KR" sz="1000" dirty="0" err="1">
                <a:latin typeface="Courier New" panose="02070309020205020404" pitchFamily="49" charset="0"/>
              </a:rPr>
              <a:t>SameSite</a:t>
            </a:r>
            <a:r>
              <a:rPr lang="ko-KR" altLang="en-US" sz="1000" dirty="0"/>
              <a:t> 쿠키 설정으로 세션 탈취를 억제합니다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E3D28-2BBF-68C9-8C51-29CC250BF58A}"/>
              </a:ext>
            </a:extLst>
          </p:cNvPr>
          <p:cNvSpPr txBox="1"/>
          <p:nvPr/>
        </p:nvSpPr>
        <p:spPr>
          <a:xfrm>
            <a:off x="0" y="0"/>
            <a:ext cx="685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/>
              <a:t>11/3</a:t>
            </a:r>
            <a:r>
              <a:rPr lang="ko-KR" altLang="en-US" sz="1000" dirty="0"/>
              <a:t> 로그인하기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02953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97C848-3326-9FD4-8348-4EC80557E4A9}"/>
              </a:ext>
            </a:extLst>
          </p:cNvPr>
          <p:cNvSpPr txBox="1"/>
          <p:nvPr/>
        </p:nvSpPr>
        <p:spPr>
          <a:xfrm>
            <a:off x="0" y="0"/>
            <a:ext cx="7962900" cy="113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다른 채팅창에서도 바로 파악 가능하도록 **</a:t>
            </a:r>
            <a:r>
              <a:rPr lang="en-US" altLang="ko-KR" sz="1000" dirty="0"/>
              <a:t>OOFF </a:t>
            </a:r>
            <a:r>
              <a:rPr lang="ko-KR" altLang="en-US" sz="1000" dirty="0"/>
              <a:t>로그인 작업 요약**을 정리해드립니다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r>
              <a:rPr lang="ko-KR" altLang="en-US" sz="1000" dirty="0"/>
              <a:t>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현재 결정 사항 </a:t>
            </a:r>
          </a:p>
          <a:p>
            <a:pPr>
              <a:buNone/>
            </a:pPr>
            <a:r>
              <a:rPr lang="ko-KR" altLang="en-US" sz="1000" dirty="0"/>
              <a:t>* **인증 스택</a:t>
            </a:r>
            <a:r>
              <a:rPr lang="en-US" altLang="ko-KR" sz="1000" dirty="0">
                <a:solidFill>
                  <a:srgbClr val="FF0000"/>
                </a:solidFill>
              </a:rPr>
              <a:t>:** next-auth **v4.24.x** (</a:t>
            </a:r>
            <a:r>
              <a:rPr lang="en-US" altLang="ko-KR" sz="1000" dirty="0"/>
              <a:t>Credentials, </a:t>
            </a:r>
            <a:r>
              <a:rPr lang="ko-KR" altLang="en-US" sz="1000" dirty="0"/>
              <a:t>이메일</a:t>
            </a:r>
            <a:r>
              <a:rPr lang="en-US" altLang="ko-KR" sz="1000" dirty="0"/>
              <a:t>+</a:t>
            </a:r>
            <a:r>
              <a:rPr lang="ko-KR" altLang="en-US" sz="1000" dirty="0"/>
              <a:t>비밀번호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* **DB/ORM:** Prisma + **SQLite(dev)** </a:t>
            </a:r>
          </a:p>
          <a:p>
            <a:pPr>
              <a:buNone/>
            </a:pPr>
            <a:r>
              <a:rPr lang="en-US" altLang="ko-KR" sz="1000" dirty="0"/>
              <a:t>* **</a:t>
            </a:r>
            <a:r>
              <a:rPr lang="ko-KR" altLang="en-US" sz="1000" dirty="0"/>
              <a:t>비밀번호 해시</a:t>
            </a:r>
            <a:r>
              <a:rPr lang="en-US" altLang="ko-KR" sz="1000" dirty="0"/>
              <a:t>:** **argon2id** </a:t>
            </a:r>
          </a:p>
          <a:p>
            <a:pPr>
              <a:buNone/>
            </a:pPr>
            <a:r>
              <a:rPr lang="en-US" altLang="ko-KR" sz="1000" dirty="0"/>
              <a:t>* **UI </a:t>
            </a:r>
            <a:r>
              <a:rPr lang="ko-KR" altLang="en-US" sz="1000" dirty="0"/>
              <a:t>언어</a:t>
            </a:r>
            <a:r>
              <a:rPr lang="en-US" altLang="ko-KR" sz="1000" dirty="0"/>
              <a:t>:** English </a:t>
            </a:r>
          </a:p>
          <a:p>
            <a:pPr>
              <a:buNone/>
            </a:pPr>
            <a:r>
              <a:rPr lang="en-US" altLang="ko-KR" sz="1000" dirty="0"/>
              <a:t>* **</a:t>
            </a:r>
            <a:r>
              <a:rPr lang="ko-KR" altLang="en-US" sz="1000" dirty="0"/>
              <a:t>헤더 </a:t>
            </a:r>
            <a:r>
              <a:rPr lang="ko-KR" altLang="en-US" sz="1000" dirty="0" err="1"/>
              <a:t>토글</a:t>
            </a:r>
            <a:r>
              <a:rPr lang="en-US" altLang="ko-KR" sz="1000" dirty="0"/>
              <a:t>:** </a:t>
            </a:r>
            <a:r>
              <a:rPr lang="ko-KR" altLang="en-US" sz="1000" dirty="0"/>
              <a:t>비로그인 → </a:t>
            </a:r>
            <a:r>
              <a:rPr lang="en-US" altLang="ko-KR" sz="1000" dirty="0"/>
              <a:t>`Login`, </a:t>
            </a:r>
            <a:r>
              <a:rPr lang="ko-KR" altLang="en-US" sz="1000" dirty="0"/>
              <a:t>로그인 후 → </a:t>
            </a:r>
            <a:r>
              <a:rPr lang="en-US" altLang="ko-KR" sz="1000" dirty="0"/>
              <a:t>`My`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환경 설정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`.env` </a:t>
            </a:r>
          </a:p>
          <a:p>
            <a:pPr>
              <a:buNone/>
            </a:pPr>
            <a:r>
              <a:rPr lang="en-US" altLang="ko-KR" sz="1000" dirty="0"/>
              <a:t>* `DATABASE_URL="file:./</a:t>
            </a:r>
            <a:r>
              <a:rPr lang="en-US" altLang="ko-KR" sz="1000" dirty="0" err="1"/>
              <a:t>dev.db</a:t>
            </a:r>
            <a:r>
              <a:rPr lang="en-US" altLang="ko-KR" sz="1000" dirty="0"/>
              <a:t>"` </a:t>
            </a:r>
          </a:p>
          <a:p>
            <a:pPr>
              <a:buNone/>
            </a:pPr>
            <a:r>
              <a:rPr lang="en-US" altLang="ko-KR" sz="1000" dirty="0"/>
              <a:t>* `.</a:t>
            </a:r>
            <a:r>
              <a:rPr lang="en-US" altLang="ko-KR" sz="1000" dirty="0" err="1"/>
              <a:t>env.local</a:t>
            </a:r>
            <a:r>
              <a:rPr lang="en-US" altLang="ko-KR" sz="1000" dirty="0"/>
              <a:t>` </a:t>
            </a:r>
          </a:p>
          <a:p>
            <a:pPr>
              <a:buNone/>
            </a:pPr>
            <a:r>
              <a:rPr lang="en-US" altLang="ko-KR" sz="1000" dirty="0"/>
              <a:t>* `AUTH_SECRET="..."` </a:t>
            </a:r>
          </a:p>
          <a:p>
            <a:pPr>
              <a:buNone/>
            </a:pPr>
            <a:r>
              <a:rPr lang="en-US" altLang="ko-KR" sz="1000" dirty="0"/>
              <a:t>* `NEXTAUTH_URL="http://localhost:3000"`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새로 만든</a:t>
            </a:r>
            <a:r>
              <a:rPr lang="en-US" altLang="ko-KR" sz="1000" dirty="0"/>
              <a:t>/</a:t>
            </a:r>
            <a:r>
              <a:rPr lang="ko-KR" altLang="en-US" sz="1000" dirty="0"/>
              <a:t>수정한 파일 목록 </a:t>
            </a:r>
          </a:p>
          <a:p>
            <a:pPr>
              <a:buNone/>
            </a:pPr>
            <a:r>
              <a:rPr lang="en-US" altLang="ko-KR" sz="1000" dirty="0"/>
              <a:t>1. **Prisma** </a:t>
            </a:r>
          </a:p>
          <a:p>
            <a:pPr>
              <a:buNone/>
            </a:pPr>
            <a:r>
              <a:rPr lang="en-US" altLang="ko-KR" sz="1000" dirty="0"/>
              <a:t>* `</a:t>
            </a:r>
            <a:r>
              <a:rPr lang="en-US" altLang="ko-KR" sz="1000" dirty="0" err="1"/>
              <a:t>prisma</a:t>
            </a:r>
            <a:r>
              <a:rPr lang="en-US" altLang="ko-KR" sz="1000" dirty="0"/>
              <a:t>/</a:t>
            </a:r>
            <a:r>
              <a:rPr lang="en-US" altLang="ko-KR" sz="1000" dirty="0" err="1"/>
              <a:t>schema.prisma</a:t>
            </a:r>
            <a:r>
              <a:rPr lang="en-US" altLang="ko-KR" sz="1000" dirty="0"/>
              <a:t>` : `User { id, email(unique), </a:t>
            </a:r>
            <a:r>
              <a:rPr lang="en-US" altLang="ko-KR" sz="1000" dirty="0" err="1"/>
              <a:t>passwordHash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createdAt</a:t>
            </a:r>
            <a:r>
              <a:rPr lang="en-US" altLang="ko-KR" sz="1000" dirty="0"/>
              <a:t> }` </a:t>
            </a:r>
          </a:p>
          <a:p>
            <a:pPr>
              <a:buNone/>
            </a:pPr>
            <a:r>
              <a:rPr lang="en-US" altLang="ko-KR" sz="1000" dirty="0"/>
              <a:t>* `</a:t>
            </a:r>
            <a:r>
              <a:rPr lang="en-US" altLang="ko-KR" sz="1000" dirty="0" err="1"/>
              <a:t>prisma.config.ts</a:t>
            </a:r>
            <a:r>
              <a:rPr lang="en-US" altLang="ko-KR" sz="1000" dirty="0"/>
              <a:t>` : `import "</a:t>
            </a:r>
            <a:r>
              <a:rPr lang="en-US" altLang="ko-KR" sz="1000" dirty="0" err="1"/>
              <a:t>dotenv</a:t>
            </a:r>
            <a:r>
              <a:rPr lang="en-US" altLang="ko-KR" sz="1000" dirty="0"/>
              <a:t>/config"` </a:t>
            </a:r>
            <a:r>
              <a:rPr lang="ko-KR" altLang="en-US" sz="1000" dirty="0"/>
              <a:t>로 </a:t>
            </a:r>
            <a:r>
              <a:rPr lang="en-US" altLang="ko-KR" sz="1000" dirty="0"/>
              <a:t>`.env` </a:t>
            </a:r>
            <a:r>
              <a:rPr lang="ko-KR" altLang="en-US" sz="1000" dirty="0"/>
              <a:t>자동 로드 </a:t>
            </a:r>
          </a:p>
          <a:p>
            <a:pPr>
              <a:buNone/>
            </a:pPr>
            <a:r>
              <a:rPr lang="en-US" altLang="ko-KR" sz="1000" dirty="0"/>
              <a:t>2. **DB </a:t>
            </a:r>
            <a:r>
              <a:rPr lang="ko-KR" altLang="en-US" sz="1000" dirty="0"/>
              <a:t>마이그레이션** </a:t>
            </a:r>
          </a:p>
          <a:p>
            <a:pPr>
              <a:buNone/>
            </a:pPr>
            <a:r>
              <a:rPr lang="ko-KR" altLang="en-US" sz="1000" dirty="0"/>
              <a:t>* 실행 완료</a:t>
            </a:r>
            <a:r>
              <a:rPr lang="en-US" altLang="ko-KR" sz="1000" dirty="0"/>
              <a:t>: `</a:t>
            </a:r>
            <a:r>
              <a:rPr lang="en-US" altLang="ko-KR" sz="1000" dirty="0" err="1"/>
              <a:t>npx</a:t>
            </a:r>
            <a:r>
              <a:rPr lang="en-US" altLang="ko-KR" sz="1000" dirty="0"/>
              <a:t> </a:t>
            </a:r>
            <a:r>
              <a:rPr lang="en-US" altLang="ko-KR" sz="1000" dirty="0" err="1"/>
              <a:t>prisma</a:t>
            </a:r>
            <a:r>
              <a:rPr lang="en-US" altLang="ko-KR" sz="1000" dirty="0"/>
              <a:t> migrate dev -n </a:t>
            </a:r>
            <a:r>
              <a:rPr lang="en-US" altLang="ko-KR" sz="1000" dirty="0" err="1"/>
              <a:t>init_auth</a:t>
            </a:r>
            <a:r>
              <a:rPr lang="en-US" altLang="ko-KR" sz="1000" dirty="0"/>
              <a:t>` → `</a:t>
            </a:r>
            <a:r>
              <a:rPr lang="en-US" altLang="ko-KR" sz="1000" dirty="0" err="1"/>
              <a:t>dev.db</a:t>
            </a:r>
            <a:r>
              <a:rPr lang="en-US" altLang="ko-KR" sz="1000" dirty="0"/>
              <a:t>` </a:t>
            </a:r>
            <a:r>
              <a:rPr lang="ko-KR" altLang="en-US" sz="1000" dirty="0"/>
              <a:t>생성 </a:t>
            </a:r>
          </a:p>
          <a:p>
            <a:pPr>
              <a:buNone/>
            </a:pPr>
            <a:r>
              <a:rPr lang="en-US" altLang="ko-KR" sz="1000" dirty="0"/>
              <a:t>3. **API — Auth (v4 </a:t>
            </a:r>
            <a:r>
              <a:rPr lang="ko-KR" altLang="en-US" sz="1000" dirty="0"/>
              <a:t>인라인</a:t>
            </a:r>
            <a:r>
              <a:rPr lang="en-US" altLang="ko-KR" sz="1000" dirty="0"/>
              <a:t>)** </a:t>
            </a:r>
          </a:p>
          <a:p>
            <a:pPr>
              <a:buNone/>
            </a:pPr>
            <a:r>
              <a:rPr lang="en-US" altLang="ko-KR" sz="1000" dirty="0"/>
              <a:t>* `app/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/auth/[...</a:t>
            </a:r>
            <a:r>
              <a:rPr lang="en-US" altLang="ko-KR" sz="1000" dirty="0" err="1"/>
              <a:t>nextauth</a:t>
            </a:r>
            <a:r>
              <a:rPr lang="en-US" altLang="ko-KR" sz="1000" dirty="0"/>
              <a:t>]/</a:t>
            </a:r>
            <a:r>
              <a:rPr lang="en-US" altLang="ko-KR" sz="1000" dirty="0" err="1"/>
              <a:t>route.ts</a:t>
            </a:r>
            <a:r>
              <a:rPr lang="en-US" altLang="ko-KR" sz="1000" dirty="0"/>
              <a:t>` </a:t>
            </a:r>
          </a:p>
          <a:p>
            <a:pPr>
              <a:buNone/>
            </a:pPr>
            <a:r>
              <a:rPr lang="en-US" altLang="ko-KR" sz="1000" dirty="0"/>
              <a:t>* v4 </a:t>
            </a:r>
            <a:r>
              <a:rPr lang="ko-KR" altLang="en-US" sz="1000" dirty="0"/>
              <a:t>패턴으로 **</a:t>
            </a:r>
            <a:r>
              <a:rPr lang="en-US" altLang="ko-KR" sz="1000" dirty="0" err="1"/>
              <a:t>NextAuth</a:t>
            </a:r>
            <a:r>
              <a:rPr lang="en-US" altLang="ko-KR" sz="1000" dirty="0"/>
              <a:t> </a:t>
            </a:r>
            <a:r>
              <a:rPr lang="ko-KR" altLang="en-US" sz="1000" dirty="0"/>
              <a:t>인라인 초기화**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`export { handler as GET, handler as POST }` </a:t>
            </a:r>
          </a:p>
          <a:p>
            <a:pPr>
              <a:buNone/>
            </a:pPr>
            <a:r>
              <a:rPr lang="en-US" altLang="ko-KR" sz="1000" dirty="0"/>
              <a:t>* `runtime="</a:t>
            </a:r>
            <a:r>
              <a:rPr lang="en-US" altLang="ko-KR" sz="1000" dirty="0" err="1"/>
              <a:t>nodejs</a:t>
            </a:r>
            <a:r>
              <a:rPr lang="en-US" altLang="ko-KR" sz="1000" dirty="0"/>
              <a:t>"`, `dynamic="force-dynamic"` </a:t>
            </a:r>
          </a:p>
          <a:p>
            <a:pPr>
              <a:buNone/>
            </a:pPr>
            <a:r>
              <a:rPr lang="en-US" altLang="ko-KR" sz="1000" dirty="0"/>
              <a:t>4. **API — Sign up** </a:t>
            </a:r>
          </a:p>
          <a:p>
            <a:pPr>
              <a:buNone/>
            </a:pPr>
            <a:r>
              <a:rPr lang="en-US" altLang="ko-KR" sz="1000" dirty="0"/>
              <a:t>* `app/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/signup/</a:t>
            </a:r>
            <a:r>
              <a:rPr lang="en-US" altLang="ko-KR" sz="1000" dirty="0" err="1"/>
              <a:t>route.ts</a:t>
            </a:r>
            <a:r>
              <a:rPr lang="en-US" altLang="ko-KR" sz="1000" dirty="0"/>
              <a:t>` </a:t>
            </a:r>
          </a:p>
          <a:p>
            <a:pPr>
              <a:buNone/>
            </a:pPr>
            <a:r>
              <a:rPr lang="en-US" altLang="ko-KR" sz="1000" dirty="0"/>
              <a:t>* `POST { email, password }` </a:t>
            </a:r>
          </a:p>
          <a:p>
            <a:pPr>
              <a:buNone/>
            </a:pPr>
            <a:r>
              <a:rPr lang="en-US" altLang="ko-KR" sz="1000" dirty="0"/>
              <a:t>* </a:t>
            </a:r>
            <a:r>
              <a:rPr lang="ko-KR" altLang="en-US" sz="1000" dirty="0"/>
              <a:t>중복 이메일 체크 → </a:t>
            </a:r>
            <a:r>
              <a:rPr lang="en-US" altLang="ko-KR" sz="1000" dirty="0"/>
              <a:t>`argon2id` </a:t>
            </a:r>
            <a:r>
              <a:rPr lang="ko-KR" altLang="en-US" sz="1000" dirty="0"/>
              <a:t>해시 → </a:t>
            </a:r>
            <a:r>
              <a:rPr lang="en-US" altLang="ko-KR" sz="1000" dirty="0"/>
              <a:t>`User` </a:t>
            </a:r>
            <a:r>
              <a:rPr lang="ko-KR" altLang="en-US" sz="1000" dirty="0"/>
              <a:t>생성 </a:t>
            </a:r>
          </a:p>
          <a:p>
            <a:pPr>
              <a:buNone/>
            </a:pPr>
            <a:r>
              <a:rPr lang="ko-KR" altLang="en-US" sz="1000" dirty="0"/>
              <a:t>* 응답</a:t>
            </a:r>
            <a:r>
              <a:rPr lang="en-US" altLang="ko-KR" sz="1000" dirty="0"/>
              <a:t>: 201/409/400/500 </a:t>
            </a:r>
          </a:p>
          <a:p>
            <a:pPr>
              <a:buNone/>
            </a:pPr>
            <a:r>
              <a:rPr lang="en-US" altLang="ko-KR" sz="1000" dirty="0"/>
              <a:t>5. **Prisma </a:t>
            </a:r>
            <a:r>
              <a:rPr lang="ko-KR" altLang="en-US" sz="1000" dirty="0" err="1"/>
              <a:t>싱글톤</a:t>
            </a:r>
            <a:r>
              <a:rPr lang="ko-KR" altLang="en-US" sz="1000" dirty="0"/>
              <a:t>**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`lib/</a:t>
            </a:r>
            <a:r>
              <a:rPr lang="en-US" altLang="ko-KR" sz="1000" dirty="0" err="1"/>
              <a:t>prisma.ts</a:t>
            </a:r>
            <a:r>
              <a:rPr lang="en-US" altLang="ko-KR" sz="1000" dirty="0"/>
              <a:t>` : </a:t>
            </a:r>
            <a:r>
              <a:rPr lang="en-US" altLang="ko-KR" sz="1000" dirty="0" err="1"/>
              <a:t>PrismaClient</a:t>
            </a:r>
            <a:r>
              <a:rPr lang="en-US" altLang="ko-KR" sz="1000" dirty="0"/>
              <a:t> </a:t>
            </a:r>
            <a:r>
              <a:rPr lang="ko-KR" altLang="en-US" sz="1000" dirty="0" err="1"/>
              <a:t>싱글톤</a:t>
            </a:r>
            <a:r>
              <a:rPr lang="ko-KR" altLang="en-US" sz="1000" dirty="0"/>
              <a:t> </a:t>
            </a:r>
          </a:p>
          <a:p>
            <a:pPr>
              <a:buNone/>
            </a:pPr>
            <a:r>
              <a:rPr lang="en-US" altLang="ko-KR" sz="1000" dirty="0"/>
              <a:t>6. **</a:t>
            </a:r>
            <a:r>
              <a:rPr lang="ko-KR" altLang="en-US" sz="1000" dirty="0"/>
              <a:t>세션 공급자 </a:t>
            </a:r>
            <a:r>
              <a:rPr lang="en-US" altLang="ko-KR" sz="1000" dirty="0"/>
              <a:t>&amp; </a:t>
            </a:r>
            <a:r>
              <a:rPr lang="ko-KR" altLang="en-US" sz="1000" dirty="0"/>
              <a:t>헤더 </a:t>
            </a:r>
            <a:r>
              <a:rPr lang="ko-KR" altLang="en-US" sz="1000" dirty="0" err="1"/>
              <a:t>토글</a:t>
            </a:r>
            <a:r>
              <a:rPr lang="ko-KR" altLang="en-US" sz="1000" dirty="0"/>
              <a:t>**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`components/</a:t>
            </a:r>
            <a:r>
              <a:rPr lang="en-US" altLang="ko-KR" sz="1000" dirty="0" err="1"/>
              <a:t>AuthProvider.tsx</a:t>
            </a:r>
            <a:r>
              <a:rPr lang="en-US" altLang="ko-KR" sz="1000" dirty="0"/>
              <a:t>` : `&lt;</a:t>
            </a:r>
            <a:r>
              <a:rPr lang="en-US" altLang="ko-KR" sz="1000" dirty="0" err="1"/>
              <a:t>SessionProvider</a:t>
            </a:r>
            <a:r>
              <a:rPr lang="en-US" altLang="ko-KR" sz="1000" dirty="0"/>
              <a:t>&gt;` </a:t>
            </a:r>
            <a:r>
              <a:rPr lang="ko-KR" altLang="en-US" sz="1000" dirty="0"/>
              <a:t>래퍼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`components/</a:t>
            </a:r>
            <a:r>
              <a:rPr lang="en-US" altLang="ko-KR" sz="1000" dirty="0" err="1"/>
              <a:t>Header.tsx</a:t>
            </a:r>
            <a:r>
              <a:rPr lang="en-US" altLang="ko-KR" sz="1000" dirty="0"/>
              <a:t>` : **</a:t>
            </a:r>
            <a:r>
              <a:rPr lang="ko-KR" altLang="en-US" sz="1000" dirty="0"/>
              <a:t>클라이언트 컴포넌트**</a:t>
            </a:r>
            <a:r>
              <a:rPr lang="en-US" altLang="ko-KR" sz="1000" dirty="0"/>
              <a:t>, `</a:t>
            </a:r>
            <a:r>
              <a:rPr lang="en-US" altLang="ko-KR" sz="1000" dirty="0" err="1"/>
              <a:t>useSession</a:t>
            </a:r>
            <a:r>
              <a:rPr lang="en-US" altLang="ko-KR" sz="1000" dirty="0"/>
              <a:t>()`</a:t>
            </a:r>
            <a:r>
              <a:rPr lang="ko-KR" altLang="en-US" sz="1000" dirty="0"/>
              <a:t>으로 </a:t>
            </a:r>
            <a:r>
              <a:rPr lang="en-US" altLang="ko-KR" sz="1000" dirty="0"/>
              <a:t>`Login/My` </a:t>
            </a:r>
            <a:r>
              <a:rPr lang="ko-KR" altLang="en-US" sz="1000" dirty="0" err="1"/>
              <a:t>토글</a:t>
            </a:r>
            <a:r>
              <a:rPr lang="ko-KR" altLang="en-US" sz="1000" dirty="0"/>
              <a:t> </a:t>
            </a:r>
          </a:p>
          <a:p>
            <a:pPr>
              <a:buNone/>
            </a:pPr>
            <a:r>
              <a:rPr lang="en-US" altLang="ko-KR" sz="1000" dirty="0"/>
              <a:t>7. **</a:t>
            </a:r>
            <a:r>
              <a:rPr lang="ko-KR" altLang="en-US" sz="1000" dirty="0"/>
              <a:t>레이아웃**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`app/</a:t>
            </a:r>
            <a:r>
              <a:rPr lang="en-US" altLang="ko-KR" sz="1000" dirty="0" err="1"/>
              <a:t>layout.tsx</a:t>
            </a:r>
            <a:r>
              <a:rPr lang="en-US" altLang="ko-KR" sz="1000" dirty="0"/>
              <a:t>` : `&lt;</a:t>
            </a:r>
            <a:r>
              <a:rPr lang="en-US" altLang="ko-KR" sz="1000" dirty="0" err="1"/>
              <a:t>AuthProvider</a:t>
            </a:r>
            <a:r>
              <a:rPr lang="en-US" altLang="ko-KR" sz="1000" dirty="0"/>
              <a:t>&gt;`</a:t>
            </a:r>
            <a:r>
              <a:rPr lang="ko-KR" altLang="en-US" sz="1000" dirty="0"/>
              <a:t>로 전체 감싸고 기존 </a:t>
            </a:r>
            <a:r>
              <a:rPr lang="en-US" altLang="ko-KR" sz="1000" dirty="0"/>
              <a:t>420px </a:t>
            </a:r>
            <a:r>
              <a:rPr lang="ko-KR" altLang="en-US" sz="1000" dirty="0"/>
              <a:t>컨테이너 유지 </a:t>
            </a:r>
          </a:p>
          <a:p>
            <a:pPr>
              <a:buNone/>
            </a:pPr>
            <a:r>
              <a:rPr lang="en-US" altLang="ko-KR" sz="1000" dirty="0"/>
              <a:t>8. **</a:t>
            </a:r>
            <a:r>
              <a:rPr lang="ko-KR" altLang="en-US" sz="1000" dirty="0"/>
              <a:t>로그인 화면</a:t>
            </a:r>
            <a:r>
              <a:rPr lang="en-US" altLang="ko-KR" sz="1000" dirty="0"/>
              <a:t>(</a:t>
            </a:r>
            <a:r>
              <a:rPr lang="ko-KR" altLang="en-US" sz="1000" dirty="0"/>
              <a:t>상단 </a:t>
            </a:r>
            <a:r>
              <a:rPr lang="en-US" altLang="ko-KR" sz="1000" dirty="0"/>
              <a:t>Login + </a:t>
            </a:r>
            <a:r>
              <a:rPr lang="ko-KR" altLang="en-US" sz="1000" dirty="0"/>
              <a:t>하단 </a:t>
            </a:r>
            <a:r>
              <a:rPr lang="en-US" altLang="ko-KR" sz="1000" dirty="0"/>
              <a:t>Sign up </a:t>
            </a:r>
            <a:r>
              <a:rPr lang="ko-KR" altLang="en-US" sz="1000" dirty="0"/>
              <a:t>한 페이지</a:t>
            </a:r>
            <a:r>
              <a:rPr lang="en-US" altLang="ko-KR" sz="1000" dirty="0"/>
              <a:t>)** </a:t>
            </a:r>
          </a:p>
          <a:p>
            <a:pPr>
              <a:buNone/>
            </a:pPr>
            <a:r>
              <a:rPr lang="en-US" altLang="ko-KR" sz="1000" dirty="0"/>
              <a:t>* `app/login/</a:t>
            </a:r>
            <a:r>
              <a:rPr lang="en-US" altLang="ko-KR" sz="1000" dirty="0" err="1"/>
              <a:t>page.tsx</a:t>
            </a:r>
            <a:r>
              <a:rPr lang="en-US" altLang="ko-KR" sz="1000" dirty="0"/>
              <a:t>` </a:t>
            </a:r>
          </a:p>
          <a:p>
            <a:pPr>
              <a:buNone/>
            </a:pPr>
            <a:r>
              <a:rPr lang="en-US" altLang="ko-KR" sz="1000" dirty="0"/>
              <a:t>* Login: `Email`, `Password` (</a:t>
            </a:r>
            <a:r>
              <a:rPr lang="ko-KR" altLang="en-US" sz="1000" dirty="0"/>
              <a:t>소문자 </a:t>
            </a:r>
            <a:r>
              <a:rPr lang="en-US" altLang="ko-KR" sz="1000" dirty="0"/>
              <a:t>UI, </a:t>
            </a:r>
            <a:r>
              <a:rPr lang="ko-KR" altLang="en-US" sz="1000" dirty="0"/>
              <a:t>헤더 타이틀 수준 크기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* Divider: </a:t>
            </a:r>
            <a:r>
              <a:rPr lang="ko-KR" altLang="en-US" sz="1000" dirty="0"/>
              <a:t>두껍게 표시 </a:t>
            </a:r>
            <a:r>
              <a:rPr lang="en-US" altLang="ko-KR" sz="1000" dirty="0"/>
              <a:t>+ “or” </a:t>
            </a:r>
            <a:r>
              <a:rPr lang="ko-KR" altLang="en-US" sz="1000" dirty="0"/>
              <a:t>배지 </a:t>
            </a:r>
          </a:p>
          <a:p>
            <a:pPr>
              <a:buNone/>
            </a:pPr>
            <a:r>
              <a:rPr lang="ko-KR" altLang="en-US" sz="1000" dirty="0"/>
              <a:t>* </a:t>
            </a:r>
            <a:r>
              <a:rPr lang="en-US" altLang="ko-KR" sz="1000" dirty="0"/>
              <a:t>Sign up: `Email`, `Password (min 8)`, `Confirm password`(</a:t>
            </a:r>
            <a:r>
              <a:rPr lang="ko-KR" altLang="en-US" sz="1000" dirty="0"/>
              <a:t>불일치 시 경고</a:t>
            </a:r>
            <a:r>
              <a:rPr lang="en-US" altLang="ko-KR" sz="1000" dirty="0"/>
              <a:t>/</a:t>
            </a:r>
            <a:r>
              <a:rPr lang="ko-KR" altLang="en-US" sz="1000" dirty="0"/>
              <a:t>버튼 비활성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동작 점검 포인트 </a:t>
            </a:r>
          </a:p>
          <a:p>
            <a:pPr>
              <a:buNone/>
            </a:pPr>
            <a:r>
              <a:rPr lang="ko-KR" altLang="en-US" sz="1000" dirty="0"/>
              <a:t>* **세션 </a:t>
            </a:r>
            <a:r>
              <a:rPr lang="ko-KR" altLang="en-US" sz="1000" dirty="0" err="1"/>
              <a:t>엔드포인트</a:t>
            </a:r>
            <a:r>
              <a:rPr lang="en-US" altLang="ko-KR" sz="1000" dirty="0"/>
              <a:t>:** `http://localhost:3000/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/auth/session` → </a:t>
            </a:r>
            <a:r>
              <a:rPr lang="ko-KR" altLang="en-US" sz="1000" dirty="0"/>
              <a:t>비로그인 시 </a:t>
            </a:r>
            <a:r>
              <a:rPr lang="en-US" altLang="ko-KR" sz="1000" dirty="0"/>
              <a:t>`null` JSON</a:t>
            </a:r>
            <a:r>
              <a:rPr lang="ko-KR" altLang="en-US" sz="1000" dirty="0"/>
              <a:t>이 떠야 정상 </a:t>
            </a:r>
          </a:p>
          <a:p>
            <a:pPr>
              <a:buNone/>
            </a:pPr>
            <a:r>
              <a:rPr lang="ko-KR" altLang="en-US" sz="1000" dirty="0"/>
              <a:t>* **헤더 링크</a:t>
            </a:r>
            <a:r>
              <a:rPr lang="en-US" altLang="ko-KR" sz="1000" dirty="0"/>
              <a:t>:** `Login` </a:t>
            </a:r>
            <a:r>
              <a:rPr lang="ko-KR" altLang="en-US" sz="1000" dirty="0"/>
              <a:t>클릭 → </a:t>
            </a:r>
            <a:r>
              <a:rPr lang="en-US" altLang="ko-KR" sz="1000" dirty="0"/>
              <a:t>`/login` </a:t>
            </a:r>
            <a:r>
              <a:rPr lang="ko-KR" altLang="en-US" sz="1000" dirty="0"/>
              <a:t>페이지 노출 </a:t>
            </a:r>
          </a:p>
          <a:p>
            <a:pPr>
              <a:buNone/>
            </a:pPr>
            <a:r>
              <a:rPr lang="ko-KR" altLang="en-US" sz="1000" dirty="0"/>
              <a:t>* **회원가입 플로우</a:t>
            </a:r>
            <a:r>
              <a:rPr lang="en-US" altLang="ko-KR" sz="1000" dirty="0"/>
              <a:t>:** `/login` </a:t>
            </a:r>
            <a:r>
              <a:rPr lang="ko-KR" altLang="en-US" sz="1000" dirty="0"/>
              <a:t>하단 </a:t>
            </a:r>
            <a:r>
              <a:rPr lang="en-US" altLang="ko-KR" sz="1000" dirty="0"/>
              <a:t>Sign up → 201 </a:t>
            </a:r>
            <a:r>
              <a:rPr lang="ko-KR" altLang="en-US" sz="1000" dirty="0"/>
              <a:t>성공 후 상단 로그인 시도로 이동</a:t>
            </a:r>
            <a:r>
              <a:rPr lang="en-US" altLang="ko-KR" sz="1000" dirty="0"/>
              <a:t>(</a:t>
            </a:r>
            <a:r>
              <a:rPr lang="ko-KR" altLang="en-US" sz="1000" dirty="0"/>
              <a:t>이메일 자동 채움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* **</a:t>
            </a:r>
            <a:r>
              <a:rPr lang="ko-KR" altLang="en-US" sz="1000" dirty="0"/>
              <a:t>로그인 플로우</a:t>
            </a:r>
            <a:r>
              <a:rPr lang="en-US" altLang="ko-KR" sz="1000" dirty="0"/>
              <a:t>:** </a:t>
            </a:r>
            <a:r>
              <a:rPr lang="ko-KR" altLang="en-US" sz="1000" dirty="0"/>
              <a:t>상단 </a:t>
            </a:r>
            <a:r>
              <a:rPr lang="en-US" altLang="ko-KR" sz="1000" dirty="0"/>
              <a:t>Login → </a:t>
            </a:r>
            <a:r>
              <a:rPr lang="ko-KR" altLang="en-US" sz="1000" dirty="0"/>
              <a:t>성공 시 </a:t>
            </a:r>
            <a:r>
              <a:rPr lang="en-US" altLang="ko-KR" sz="1000" dirty="0"/>
              <a:t>`/my`</a:t>
            </a:r>
            <a:r>
              <a:rPr lang="ko-KR" altLang="en-US" sz="1000" dirty="0"/>
              <a:t>로 이동</a:t>
            </a:r>
            <a:r>
              <a:rPr lang="en-US" altLang="ko-KR" sz="1000" dirty="0"/>
              <a:t>(</a:t>
            </a:r>
            <a:r>
              <a:rPr lang="ko-KR" altLang="en-US" sz="1000" dirty="0"/>
              <a:t>아직 </a:t>
            </a:r>
            <a:r>
              <a:rPr lang="en-US" altLang="ko-KR" sz="1000" dirty="0"/>
              <a:t>`/my` </a:t>
            </a:r>
            <a:r>
              <a:rPr lang="ko-KR" altLang="en-US" sz="1000" dirty="0"/>
              <a:t>화면은 </a:t>
            </a:r>
            <a:r>
              <a:rPr lang="ko-KR" altLang="en-US" sz="1000" dirty="0" err="1"/>
              <a:t>미구현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다음 해야 할 일 </a:t>
            </a:r>
            <a:r>
              <a:rPr lang="en-US" altLang="ko-KR" sz="1000" dirty="0"/>
              <a:t>(</a:t>
            </a:r>
            <a:r>
              <a:rPr lang="ko-KR" altLang="en-US" sz="1000" dirty="0"/>
              <a:t>우선순위 순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1. **/my </a:t>
            </a:r>
            <a:r>
              <a:rPr lang="ko-KR" altLang="en-US" sz="1000" dirty="0"/>
              <a:t>최소 페이지** </a:t>
            </a:r>
          </a:p>
          <a:p>
            <a:pPr>
              <a:buNone/>
            </a:pPr>
            <a:r>
              <a:rPr lang="ko-KR" altLang="en-US" sz="1000" dirty="0"/>
              <a:t>* 경로</a:t>
            </a:r>
            <a:r>
              <a:rPr lang="en-US" altLang="ko-KR" sz="1000" dirty="0"/>
              <a:t>: `app/my/</a:t>
            </a:r>
            <a:r>
              <a:rPr lang="en-US" altLang="ko-KR" sz="1000" dirty="0" err="1"/>
              <a:t>page.tsx</a:t>
            </a:r>
            <a:r>
              <a:rPr lang="en-US" altLang="ko-KR" sz="1000" dirty="0"/>
              <a:t>` </a:t>
            </a:r>
          </a:p>
          <a:p>
            <a:pPr>
              <a:buNone/>
            </a:pPr>
            <a:r>
              <a:rPr lang="en-US" altLang="ko-KR" sz="1000" dirty="0"/>
              <a:t>* </a:t>
            </a:r>
            <a:r>
              <a:rPr lang="ko-KR" altLang="en-US" sz="1000" dirty="0"/>
              <a:t>내용</a:t>
            </a:r>
            <a:r>
              <a:rPr lang="en-US" altLang="ko-KR" sz="1000" dirty="0"/>
              <a:t>: “Signed in as {email}” + `Sign out` </a:t>
            </a:r>
            <a:r>
              <a:rPr lang="ko-KR" altLang="en-US" sz="1000" dirty="0"/>
              <a:t>버튼 </a:t>
            </a:r>
          </a:p>
          <a:p>
            <a:pPr>
              <a:buNone/>
            </a:pPr>
            <a:r>
              <a:rPr lang="ko-KR" altLang="en-US" sz="1000" dirty="0"/>
              <a:t>* 비로그인 접근 시 </a:t>
            </a:r>
            <a:r>
              <a:rPr lang="en-US" altLang="ko-KR" sz="1000" dirty="0"/>
              <a:t>`/login`</a:t>
            </a:r>
            <a:r>
              <a:rPr lang="ko-KR" altLang="en-US" sz="1000" dirty="0"/>
              <a:t>으로 안내</a:t>
            </a:r>
            <a:r>
              <a:rPr lang="en-US" altLang="ko-KR" sz="1000" dirty="0"/>
              <a:t>(</a:t>
            </a:r>
            <a:r>
              <a:rPr lang="ko-KR" altLang="en-US" sz="1000" dirty="0"/>
              <a:t>간단 가드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2. **</a:t>
            </a:r>
            <a:r>
              <a:rPr lang="ko-KR" altLang="en-US" sz="1000" dirty="0"/>
              <a:t>보호 경로 가드** </a:t>
            </a:r>
          </a:p>
          <a:p>
            <a:pPr>
              <a:buNone/>
            </a:pPr>
            <a:r>
              <a:rPr lang="ko-KR" altLang="en-US" sz="1000" dirty="0"/>
              <a:t>* 간단 버전</a:t>
            </a:r>
            <a:r>
              <a:rPr lang="en-US" altLang="ko-KR" sz="1000" dirty="0"/>
              <a:t>: `/my` </a:t>
            </a:r>
            <a:r>
              <a:rPr lang="ko-KR" altLang="en-US" sz="1000" dirty="0"/>
              <a:t>페이지 내부에서 </a:t>
            </a:r>
            <a:r>
              <a:rPr lang="en-US" altLang="ko-KR" sz="1000" dirty="0"/>
              <a:t>`</a:t>
            </a:r>
            <a:r>
              <a:rPr lang="en-US" altLang="ko-KR" sz="1000" dirty="0" err="1"/>
              <a:t>useSession</a:t>
            </a:r>
            <a:r>
              <a:rPr lang="en-US" altLang="ko-KR" sz="1000" dirty="0"/>
              <a:t>({ required: true })` </a:t>
            </a:r>
          </a:p>
          <a:p>
            <a:pPr>
              <a:buNone/>
            </a:pPr>
            <a:r>
              <a:rPr lang="en-US" altLang="ko-KR" sz="1000" dirty="0"/>
              <a:t>* </a:t>
            </a:r>
            <a:r>
              <a:rPr lang="ko-KR" altLang="en-US" sz="1000" dirty="0"/>
              <a:t>확장 버전</a:t>
            </a:r>
            <a:r>
              <a:rPr lang="en-US" altLang="ko-KR" sz="1000" dirty="0"/>
              <a:t>: `</a:t>
            </a:r>
            <a:r>
              <a:rPr lang="en-US" altLang="ko-KR" sz="1000" dirty="0" err="1"/>
              <a:t>middleware.ts</a:t>
            </a:r>
            <a:r>
              <a:rPr lang="en-US" altLang="ko-KR" sz="1000" dirty="0"/>
              <a:t>`</a:t>
            </a:r>
            <a:r>
              <a:rPr lang="ko-KR" altLang="en-US" sz="1000" dirty="0"/>
              <a:t>로 </a:t>
            </a:r>
            <a:r>
              <a:rPr lang="en-US" altLang="ko-KR" sz="1000" dirty="0"/>
              <a:t>`/my`, `/timetable` </a:t>
            </a:r>
            <a:r>
              <a:rPr lang="ko-KR" altLang="en-US" sz="1000" dirty="0"/>
              <a:t>가드</a:t>
            </a:r>
            <a:r>
              <a:rPr lang="en-US" altLang="ko-KR" sz="1000" dirty="0"/>
              <a:t>(</a:t>
            </a:r>
            <a:r>
              <a:rPr lang="ko-KR" altLang="en-US" sz="1000" dirty="0"/>
              <a:t>추후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3. **</a:t>
            </a:r>
            <a:r>
              <a:rPr lang="ko-KR" altLang="en-US" sz="1000" dirty="0"/>
              <a:t>폼 유효성 강화** </a:t>
            </a:r>
          </a:p>
          <a:p>
            <a:pPr>
              <a:buNone/>
            </a:pPr>
            <a:r>
              <a:rPr lang="ko-KR" altLang="en-US" sz="1000" dirty="0"/>
              <a:t>* 로그인</a:t>
            </a:r>
            <a:r>
              <a:rPr lang="en-US" altLang="ko-KR" sz="1000" dirty="0"/>
              <a:t>: </a:t>
            </a:r>
            <a:r>
              <a:rPr lang="ko-KR" altLang="en-US" sz="1000" dirty="0"/>
              <a:t>공백</a:t>
            </a:r>
            <a:r>
              <a:rPr lang="en-US" altLang="ko-KR" sz="1000" dirty="0"/>
              <a:t>/</a:t>
            </a:r>
            <a:r>
              <a:rPr lang="ko-KR" altLang="en-US" sz="1000" dirty="0"/>
              <a:t>형식 검증</a:t>
            </a:r>
            <a:r>
              <a:rPr lang="en-US" altLang="ko-KR" sz="1000" dirty="0"/>
              <a:t>, </a:t>
            </a:r>
            <a:r>
              <a:rPr lang="ko-KR" altLang="en-US" sz="1000" dirty="0"/>
              <a:t>실패 메시지 일관화 </a:t>
            </a:r>
          </a:p>
          <a:p>
            <a:pPr>
              <a:buNone/>
            </a:pPr>
            <a:r>
              <a:rPr lang="ko-KR" altLang="en-US" sz="1000" dirty="0"/>
              <a:t>* 회원가입</a:t>
            </a:r>
            <a:r>
              <a:rPr lang="en-US" altLang="ko-KR" sz="1000" dirty="0"/>
              <a:t>: </a:t>
            </a:r>
            <a:r>
              <a:rPr lang="ko-KR" altLang="en-US" sz="1000" dirty="0"/>
              <a:t>비밀번호 정책</a:t>
            </a:r>
            <a:r>
              <a:rPr lang="en-US" altLang="ko-KR" sz="1000" dirty="0"/>
              <a:t>(</a:t>
            </a:r>
            <a:r>
              <a:rPr lang="ko-KR" altLang="en-US" sz="1000" dirty="0"/>
              <a:t>최소 </a:t>
            </a:r>
            <a:r>
              <a:rPr lang="en-US" altLang="ko-KR" sz="1000" dirty="0"/>
              <a:t>8</a:t>
            </a:r>
            <a:r>
              <a:rPr lang="ko-KR" altLang="en-US" sz="1000" dirty="0"/>
              <a:t>자 이상</a:t>
            </a:r>
            <a:r>
              <a:rPr lang="en-US" altLang="ko-KR" sz="1000" dirty="0"/>
              <a:t>) </a:t>
            </a:r>
            <a:r>
              <a:rPr lang="ko-KR" altLang="en-US" sz="1000" dirty="0"/>
              <a:t>고정</a:t>
            </a:r>
            <a:r>
              <a:rPr lang="en-US" altLang="ko-KR" sz="1000" dirty="0"/>
              <a:t>, </a:t>
            </a:r>
            <a:r>
              <a:rPr lang="ko-KR" altLang="en-US" sz="1000" dirty="0"/>
              <a:t>네트워크 에러 메시지 정리 </a:t>
            </a:r>
          </a:p>
          <a:p>
            <a:pPr>
              <a:buNone/>
            </a:pPr>
            <a:r>
              <a:rPr lang="en-US" altLang="ko-KR" sz="1000" dirty="0"/>
              <a:t>4. **</a:t>
            </a:r>
            <a:r>
              <a:rPr lang="ko-KR" altLang="en-US" sz="1000" dirty="0" err="1"/>
              <a:t>레이트리밋</a:t>
            </a:r>
            <a:r>
              <a:rPr lang="en-US" altLang="ko-KR" sz="1000" dirty="0"/>
              <a:t>(</a:t>
            </a:r>
            <a:r>
              <a:rPr lang="ko-KR" altLang="en-US" sz="1000" dirty="0"/>
              <a:t>기본 보안</a:t>
            </a:r>
            <a:r>
              <a:rPr lang="en-US" altLang="ko-KR" sz="1000" dirty="0"/>
              <a:t>)** </a:t>
            </a:r>
          </a:p>
          <a:p>
            <a:pPr>
              <a:buNone/>
            </a:pPr>
            <a:r>
              <a:rPr lang="en-US" altLang="ko-KR" sz="1000" dirty="0"/>
              <a:t>* `/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/signup`, `/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/auth/*`</a:t>
            </a:r>
            <a:r>
              <a:rPr lang="ko-KR" altLang="en-US" sz="1000" dirty="0"/>
              <a:t>에 간단한 요청 빈도 제한</a:t>
            </a:r>
            <a:r>
              <a:rPr lang="en-US" altLang="ko-KR" sz="1000" dirty="0"/>
              <a:t>(</a:t>
            </a:r>
            <a:r>
              <a:rPr lang="ko-KR" altLang="en-US" sz="1000" dirty="0"/>
              <a:t>추후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5. **/timetable, /films </a:t>
            </a:r>
            <a:r>
              <a:rPr lang="ko-KR" altLang="en-US" sz="1000" dirty="0"/>
              <a:t>보호정책 정리** </a:t>
            </a:r>
          </a:p>
          <a:p>
            <a:pPr>
              <a:buNone/>
            </a:pPr>
            <a:r>
              <a:rPr lang="ko-KR" altLang="en-US" sz="1000" dirty="0"/>
              <a:t>* 공개</a:t>
            </a:r>
            <a:r>
              <a:rPr lang="en-US" altLang="ko-KR" sz="1000" dirty="0"/>
              <a:t>/</a:t>
            </a:r>
            <a:r>
              <a:rPr lang="ko-KR" altLang="en-US" sz="1000" dirty="0"/>
              <a:t>비공개 영역 정의</a:t>
            </a:r>
            <a:r>
              <a:rPr lang="en-US" altLang="ko-KR" sz="1000" dirty="0"/>
              <a:t>(</a:t>
            </a:r>
            <a:r>
              <a:rPr lang="ko-KR" altLang="en-US" sz="1000" dirty="0"/>
              <a:t>지금은 공개 유지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6. **</a:t>
            </a:r>
            <a:r>
              <a:rPr lang="ko-KR" altLang="en-US" sz="1000" dirty="0"/>
              <a:t>운영 </a:t>
            </a:r>
            <a:r>
              <a:rPr lang="ko-KR" altLang="en-US" sz="1000" dirty="0" err="1"/>
              <a:t>전환시</a:t>
            </a:r>
            <a:r>
              <a:rPr lang="ko-KR" altLang="en-US" sz="1000" dirty="0"/>
              <a:t> 옵션** </a:t>
            </a:r>
          </a:p>
          <a:p>
            <a:pPr>
              <a:buNone/>
            </a:pPr>
            <a:r>
              <a:rPr lang="ko-KR" altLang="en-US" sz="1000" dirty="0"/>
              <a:t>* 이메일 인증</a:t>
            </a:r>
            <a:r>
              <a:rPr lang="en-US" altLang="ko-KR" sz="1000" dirty="0"/>
              <a:t>(Resend/SendGrid), </a:t>
            </a:r>
            <a:r>
              <a:rPr lang="ko-KR" altLang="en-US" sz="1000" dirty="0"/>
              <a:t>비밀번호 초기화 링크</a:t>
            </a:r>
            <a:r>
              <a:rPr lang="en-US" altLang="ko-KR" sz="1000" dirty="0"/>
              <a:t>, 2FA(</a:t>
            </a:r>
            <a:r>
              <a:rPr lang="ko-KR" altLang="en-US" sz="1000" dirty="0"/>
              <a:t>옵션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자주 나는 이슈 </a:t>
            </a:r>
            <a:r>
              <a:rPr lang="en-US" altLang="ko-KR" sz="1000" dirty="0"/>
              <a:t>&amp; </a:t>
            </a:r>
            <a:r>
              <a:rPr lang="ko-KR" altLang="en-US" sz="1000" dirty="0"/>
              <a:t>해결법</a:t>
            </a:r>
            <a:r>
              <a:rPr lang="en-US" altLang="ko-KR" sz="1000" dirty="0"/>
              <a:t>(</a:t>
            </a:r>
            <a:r>
              <a:rPr lang="ko-KR" altLang="en-US" sz="1000" dirty="0"/>
              <a:t>요약</a:t>
            </a:r>
            <a:r>
              <a:rPr lang="en-US" altLang="ko-KR" sz="1000" dirty="0"/>
              <a:t>) </a:t>
            </a:r>
          </a:p>
          <a:p>
            <a:pPr>
              <a:buNone/>
            </a:pPr>
            <a:r>
              <a:rPr lang="en-US" altLang="ko-KR" sz="1000" dirty="0"/>
              <a:t>* **CLIENT_FETCH_ERROR / JSON </a:t>
            </a:r>
            <a:r>
              <a:rPr lang="ko-KR" altLang="en-US" sz="1000" dirty="0"/>
              <a:t>파싱 오류**</a:t>
            </a:r>
            <a:r>
              <a:rPr lang="en-US" altLang="ko-KR" sz="1000" dirty="0"/>
              <a:t>: `/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/auth/session`</a:t>
            </a:r>
            <a:r>
              <a:rPr lang="ko-KR" altLang="en-US" sz="1000" dirty="0"/>
              <a:t>이 </a:t>
            </a:r>
            <a:r>
              <a:rPr lang="en-US" altLang="ko-KR" sz="1000" dirty="0"/>
              <a:t>JSON</a:t>
            </a:r>
            <a:r>
              <a:rPr lang="ko-KR" altLang="en-US" sz="1000" dirty="0"/>
              <a:t>이 아닐 때 → </a:t>
            </a:r>
            <a:r>
              <a:rPr lang="en-US" altLang="ko-KR" sz="1000" dirty="0"/>
              <a:t>`</a:t>
            </a:r>
            <a:r>
              <a:rPr lang="en-US" altLang="ko-KR" sz="1000" dirty="0" err="1"/>
              <a:t>route.ts</a:t>
            </a:r>
            <a:r>
              <a:rPr lang="en-US" altLang="ko-KR" sz="1000" dirty="0"/>
              <a:t>` v4 </a:t>
            </a:r>
            <a:r>
              <a:rPr lang="ko-KR" altLang="en-US" sz="1000" dirty="0"/>
              <a:t>패턴 적용</a:t>
            </a:r>
            <a:r>
              <a:rPr lang="en-US" altLang="ko-KR" sz="1000" dirty="0"/>
              <a:t>, `AUTH_SECRET`·`NEXTAUTH_URL` </a:t>
            </a:r>
            <a:r>
              <a:rPr lang="ko-KR" altLang="en-US" sz="1000" dirty="0"/>
              <a:t>설정</a:t>
            </a:r>
            <a:r>
              <a:rPr lang="en-US" altLang="ko-KR" sz="1000" dirty="0"/>
              <a:t>, **</a:t>
            </a:r>
            <a:r>
              <a:rPr lang="ko-KR" altLang="en-US" sz="1000" dirty="0"/>
              <a:t>브라우저에서 직접 세션 </a:t>
            </a:r>
            <a:r>
              <a:rPr lang="ko-KR" altLang="en-US" sz="1000" dirty="0" err="1"/>
              <a:t>엔드포인트</a:t>
            </a:r>
            <a:r>
              <a:rPr lang="ko-KR" altLang="en-US" sz="1000" dirty="0"/>
              <a:t> 확인** </a:t>
            </a:r>
          </a:p>
          <a:p>
            <a:pPr>
              <a:buNone/>
            </a:pPr>
            <a:r>
              <a:rPr lang="ko-KR" altLang="en-US" sz="1000" dirty="0"/>
              <a:t>* **</a:t>
            </a:r>
            <a:r>
              <a:rPr lang="en-US" altLang="ko-KR" sz="1000" dirty="0"/>
              <a:t>405 Method Not Allowed**: `GET/POST` </a:t>
            </a:r>
            <a:r>
              <a:rPr lang="ko-KR" altLang="en-US" sz="1000" dirty="0" err="1"/>
              <a:t>핸들러</a:t>
            </a:r>
            <a:r>
              <a:rPr lang="ko-KR" altLang="en-US" sz="1000" dirty="0"/>
              <a:t> </a:t>
            </a:r>
            <a:r>
              <a:rPr lang="en-US" altLang="ko-KR" sz="1000" dirty="0"/>
              <a:t>export </a:t>
            </a:r>
            <a:r>
              <a:rPr lang="ko-KR" altLang="en-US" sz="1000" dirty="0"/>
              <a:t>누락 → </a:t>
            </a:r>
            <a:r>
              <a:rPr lang="en-US" altLang="ko-KR" sz="1000" dirty="0"/>
              <a:t>v4 </a:t>
            </a:r>
            <a:r>
              <a:rPr lang="ko-KR" altLang="en-US" sz="1000" dirty="0"/>
              <a:t>인라인 </a:t>
            </a:r>
            <a:r>
              <a:rPr lang="ko-KR" altLang="en-US" sz="1000" dirty="0" err="1"/>
              <a:t>핸들러로</a:t>
            </a:r>
            <a:r>
              <a:rPr lang="ko-KR" altLang="en-US" sz="1000" dirty="0"/>
              <a:t> 교체 </a:t>
            </a:r>
          </a:p>
          <a:p>
            <a:pPr>
              <a:buNone/>
            </a:pPr>
            <a:r>
              <a:rPr lang="ko-KR" altLang="en-US" sz="1000" dirty="0"/>
              <a:t>* **타입 에러**</a:t>
            </a:r>
            <a:r>
              <a:rPr lang="en-US" altLang="ko-KR" sz="1000" dirty="0"/>
              <a:t>: `</a:t>
            </a:r>
            <a:r>
              <a:rPr lang="en-US" altLang="ko-KR" sz="1000" dirty="0" err="1"/>
              <a:t>zod</a:t>
            </a:r>
            <a:r>
              <a:rPr lang="en-US" altLang="ko-KR" sz="1000" dirty="0"/>
              <a:t>` </a:t>
            </a:r>
            <a:r>
              <a:rPr lang="ko-KR" altLang="en-US" sz="1000" dirty="0"/>
              <a:t>잘못 </a:t>
            </a:r>
            <a:r>
              <a:rPr lang="ko-KR" altLang="en-US" sz="1000" dirty="0" err="1"/>
              <a:t>임포트</a:t>
            </a:r>
            <a:r>
              <a:rPr lang="en-US" altLang="ko-KR" sz="1000" dirty="0"/>
              <a:t>, `</a:t>
            </a:r>
            <a:r>
              <a:rPr lang="en-US" altLang="ko-KR" sz="1000" dirty="0" err="1"/>
              <a:t>trustHost</a:t>
            </a:r>
            <a:r>
              <a:rPr lang="en-US" altLang="ko-KR" sz="1000" dirty="0"/>
              <a:t>`(v5 </a:t>
            </a:r>
            <a:r>
              <a:rPr lang="ko-KR" altLang="en-US" sz="1000" dirty="0"/>
              <a:t>옵션</a:t>
            </a:r>
            <a:r>
              <a:rPr lang="en-US" altLang="ko-KR" sz="1000" dirty="0"/>
              <a:t>) </a:t>
            </a:r>
            <a:r>
              <a:rPr lang="ko-KR" altLang="en-US" sz="1000" dirty="0"/>
              <a:t>사용 등 → </a:t>
            </a:r>
            <a:r>
              <a:rPr lang="en-US" altLang="ko-KR" sz="1000" dirty="0"/>
              <a:t>v4</a:t>
            </a:r>
            <a:r>
              <a:rPr lang="ko-KR" altLang="en-US" sz="1000" dirty="0"/>
              <a:t>에 맞춰 정리 </a:t>
            </a:r>
          </a:p>
          <a:p>
            <a:pPr>
              <a:buNone/>
            </a:pPr>
            <a:r>
              <a:rPr lang="en-US" altLang="ko-KR" sz="1000" dirty="0"/>
              <a:t># </a:t>
            </a:r>
            <a:r>
              <a:rPr lang="ko-KR" altLang="en-US" sz="1000" dirty="0"/>
              <a:t>실행</a:t>
            </a:r>
            <a:r>
              <a:rPr lang="en-US" altLang="ko-KR" sz="1000" dirty="0"/>
              <a:t>/</a:t>
            </a:r>
            <a:r>
              <a:rPr lang="ko-KR" altLang="en-US" sz="1000" dirty="0"/>
              <a:t>개발 </a:t>
            </a:r>
          </a:p>
          <a:p>
            <a:pPr>
              <a:buNone/>
            </a:pPr>
            <a:r>
              <a:rPr lang="ko-KR" altLang="en-US" sz="1000" dirty="0"/>
              <a:t>* **서버열기</a:t>
            </a:r>
            <a:r>
              <a:rPr lang="en-US" altLang="ko-KR" sz="1000" dirty="0"/>
              <a:t>:** </a:t>
            </a:r>
          </a:p>
          <a:p>
            <a:pPr>
              <a:buNone/>
            </a:pPr>
            <a:r>
              <a:rPr lang="en-US" altLang="ko-KR" sz="1000" dirty="0"/>
              <a:t>1. `</a:t>
            </a:r>
            <a:r>
              <a:rPr lang="en-US" altLang="ko-KR" sz="1000" dirty="0" err="1"/>
              <a:t>npm</a:t>
            </a:r>
            <a:r>
              <a:rPr lang="en-US" altLang="ko-KR" sz="1000" dirty="0"/>
              <a:t> run dev` </a:t>
            </a:r>
          </a:p>
          <a:p>
            <a:pPr>
              <a:buNone/>
            </a:pPr>
            <a:r>
              <a:rPr lang="en-US" altLang="ko-KR" sz="1000" dirty="0"/>
              <a:t>2. `http://localhost:3000` </a:t>
            </a:r>
            <a:r>
              <a:rPr lang="ko-KR" altLang="en-US" sz="1000" dirty="0" err="1"/>
              <a:t>디비</a:t>
            </a:r>
            <a:r>
              <a:rPr lang="ko-KR" altLang="en-US" sz="1000" dirty="0"/>
              <a:t> </a:t>
            </a:r>
          </a:p>
          <a:p>
            <a:pPr>
              <a:buNone/>
            </a:pPr>
            <a:r>
              <a:rPr lang="ko-KR" altLang="en-US" sz="1000" dirty="0"/>
              <a:t>필요하시면 **</a:t>
            </a:r>
            <a:r>
              <a:rPr lang="en-US" altLang="ko-KR" sz="1000" dirty="0"/>
              <a:t>/my </a:t>
            </a:r>
            <a:r>
              <a:rPr lang="ko-KR" altLang="en-US" sz="1000" dirty="0"/>
              <a:t>페이지 최소 구현**부터 바로 진행하겠습니다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r>
              <a:rPr lang="ko-KR" alt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189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D0FF-4FB1-1A97-9982-5887065C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4B28E-F754-F4DE-E1FC-A2AEE270A3F8}"/>
              </a:ext>
            </a:extLst>
          </p:cNvPr>
          <p:cNvSpPr txBox="1"/>
          <p:nvPr/>
        </p:nvSpPr>
        <p:spPr>
          <a:xfrm>
            <a:off x="0" y="246221"/>
            <a:ext cx="6858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진행 순서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즉시 실행</a:t>
            </a:r>
            <a:r>
              <a:rPr lang="en-US" altLang="ko-KR" sz="1000" b="1" dirty="0"/>
              <a:t>)</a:t>
            </a:r>
          </a:p>
          <a:p>
            <a:r>
              <a:rPr lang="en-US" altLang="ko-KR" sz="1000" b="1" dirty="0"/>
              <a:t>1) /my</a:t>
            </a:r>
            <a:r>
              <a:rPr lang="ko-KR" altLang="en-US" sz="1000" b="1" dirty="0"/>
              <a:t> 최소 페이지 추가</a:t>
            </a:r>
          </a:p>
          <a:p>
            <a:r>
              <a:rPr lang="ko-KR" altLang="en-US" sz="1000" dirty="0"/>
              <a:t>내용</a:t>
            </a:r>
            <a:r>
              <a:rPr lang="en-US" altLang="ko-KR" sz="1000" dirty="0"/>
              <a:t>: “Signed in as {email}” + Sign out</a:t>
            </a:r>
            <a:r>
              <a:rPr lang="ko-KR" altLang="en-US" sz="1000" dirty="0"/>
              <a:t> 버튼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useSession</a:t>
            </a:r>
            <a:r>
              <a:rPr lang="en-US" altLang="ko-KR" sz="1000" dirty="0"/>
              <a:t>({ </a:t>
            </a:r>
            <a:r>
              <a:rPr lang="en-US" altLang="ko-KR" sz="1000" dirty="0" err="1"/>
              <a:t>required:true</a:t>
            </a:r>
            <a:r>
              <a:rPr lang="en-US" altLang="ko-KR" sz="1000" dirty="0"/>
              <a:t> })</a:t>
            </a:r>
            <a:r>
              <a:rPr lang="ko-KR" altLang="en-US" sz="1000" dirty="0"/>
              <a:t>로 가드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 err="1"/>
              <a:t>라우트</a:t>
            </a:r>
            <a:r>
              <a:rPr lang="en-US" altLang="ko-KR" sz="1000" dirty="0"/>
              <a:t>: app/my/</a:t>
            </a:r>
            <a:r>
              <a:rPr lang="en-US" altLang="ko-KR" sz="1000" dirty="0" err="1"/>
              <a:t>page.tsx</a:t>
            </a:r>
            <a:r>
              <a:rPr lang="ko-KR" altLang="en-US" sz="1000" dirty="0"/>
              <a:t> 신설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완료 기준</a:t>
            </a:r>
            <a:r>
              <a:rPr lang="en-US" altLang="ko-KR" sz="1000" dirty="0"/>
              <a:t>: </a:t>
            </a:r>
            <a:r>
              <a:rPr lang="ko-KR" altLang="en-US" sz="1000" dirty="0"/>
              <a:t>비로그인 시 </a:t>
            </a:r>
            <a:r>
              <a:rPr lang="en-US" altLang="ko-KR" sz="1000" dirty="0"/>
              <a:t>/</a:t>
            </a:r>
            <a:r>
              <a:rPr lang="en-US" altLang="ko-KR" sz="1000" dirty="0" err="1"/>
              <a:t>login?next</a:t>
            </a:r>
            <a:r>
              <a:rPr lang="en-US" altLang="ko-KR" sz="1000" dirty="0"/>
              <a:t>=/my</a:t>
            </a:r>
            <a:r>
              <a:rPr lang="ko-KR" altLang="en-US" sz="1000" dirty="0"/>
              <a:t>로 유도</a:t>
            </a:r>
            <a:r>
              <a:rPr lang="en-US" altLang="ko-KR" sz="1000" dirty="0"/>
              <a:t>, </a:t>
            </a:r>
            <a:r>
              <a:rPr lang="ko-KR" altLang="en-US" sz="1000" dirty="0"/>
              <a:t>로그인 후 진입 가능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원하시면 지금 바로 </a:t>
            </a:r>
            <a:r>
              <a:rPr lang="en-US" altLang="ko-KR" sz="1000" dirty="0"/>
              <a:t>/my/</a:t>
            </a:r>
            <a:r>
              <a:rPr lang="en-US" altLang="ko-KR" sz="1000" dirty="0" err="1"/>
              <a:t>page.tsx</a:t>
            </a:r>
            <a:r>
              <a:rPr lang="ko-KR" altLang="en-US" sz="1000" dirty="0"/>
              <a:t> 코드 제공 가능합니다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b="1" dirty="0"/>
              <a:t>2) </a:t>
            </a:r>
            <a:r>
              <a:rPr lang="ko-KR" altLang="en-US" sz="1000" b="1" dirty="0"/>
              <a:t>헤더 깜빡임 제거</a:t>
            </a:r>
            <a:r>
              <a:rPr lang="en-US" altLang="ko-KR" sz="1000" b="1" dirty="0"/>
              <a:t>(SSR </a:t>
            </a:r>
            <a:r>
              <a:rPr lang="ko-KR" altLang="en-US" sz="1000" b="1" dirty="0"/>
              <a:t>세션 주입</a:t>
            </a:r>
            <a:r>
              <a:rPr lang="en-US" altLang="ko-KR" sz="1000" b="1" dirty="0"/>
              <a:t>)</a:t>
            </a:r>
          </a:p>
          <a:p>
            <a:r>
              <a:rPr lang="ko-KR" altLang="en-US" sz="1000" dirty="0"/>
              <a:t>목표</a:t>
            </a:r>
            <a:r>
              <a:rPr lang="en-US" altLang="ko-KR" sz="1000" dirty="0"/>
              <a:t>: </a:t>
            </a:r>
            <a:r>
              <a:rPr lang="ko-KR" altLang="en-US" sz="1000" dirty="0"/>
              <a:t>처음 </a:t>
            </a:r>
            <a:r>
              <a:rPr lang="ko-KR" altLang="en-US" sz="1000" dirty="0" err="1"/>
              <a:t>렌더부터</a:t>
            </a:r>
            <a:r>
              <a:rPr lang="ko-KR" altLang="en-US" sz="1000" dirty="0"/>
              <a:t> 올바른 메뉴</a:t>
            </a:r>
            <a:r>
              <a:rPr lang="en-US" altLang="ko-KR" sz="1000" dirty="0"/>
              <a:t>(“My”/“Login”) </a:t>
            </a:r>
            <a:r>
              <a:rPr lang="ko-KR" altLang="en-US" sz="1000" dirty="0"/>
              <a:t>출력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방법</a:t>
            </a:r>
            <a:r>
              <a:rPr lang="en-US" altLang="ko-KR" sz="1000" dirty="0"/>
              <a:t>:</a:t>
            </a:r>
          </a:p>
          <a:p>
            <a:pPr lvl="1"/>
            <a:r>
              <a:rPr lang="en-US" altLang="ko-KR" sz="1000" dirty="0"/>
              <a:t>app/</a:t>
            </a:r>
            <a:r>
              <a:rPr lang="en-US" altLang="ko-KR" sz="1000" dirty="0" err="1"/>
              <a:t>layout.tsx</a:t>
            </a:r>
            <a:r>
              <a:rPr lang="ko-KR" altLang="en-US" sz="1000" dirty="0"/>
              <a:t>에서 서버 측 세션을 가져와 </a:t>
            </a:r>
            <a:r>
              <a:rPr lang="en-US" altLang="ko-KR" sz="1000" dirty="0"/>
              <a:t>&lt;</a:t>
            </a:r>
            <a:r>
              <a:rPr lang="en-US" altLang="ko-KR" sz="1000" dirty="0" err="1"/>
              <a:t>SessionProvider</a:t>
            </a:r>
            <a:r>
              <a:rPr lang="en-US" altLang="ko-KR" sz="1000" dirty="0"/>
              <a:t> session={</a:t>
            </a:r>
            <a:r>
              <a:rPr lang="en-US" altLang="ko-KR" sz="1000" dirty="0" err="1"/>
              <a:t>serverSession</a:t>
            </a:r>
            <a:r>
              <a:rPr lang="en-US" altLang="ko-KR" sz="1000" dirty="0"/>
              <a:t>}&gt;</a:t>
            </a:r>
            <a:r>
              <a:rPr lang="ko-KR" altLang="en-US" sz="1000" dirty="0"/>
              <a:t>로 주입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1000" dirty="0"/>
              <a:t>components/</a:t>
            </a:r>
            <a:r>
              <a:rPr lang="en-US" altLang="ko-KR" sz="1000" dirty="0" err="1"/>
              <a:t>Header.tsx</a:t>
            </a:r>
            <a:r>
              <a:rPr lang="ko-KR" altLang="en-US" sz="1000" dirty="0"/>
              <a:t>를 </a:t>
            </a:r>
            <a:r>
              <a:rPr lang="ko-KR" altLang="en-US" sz="1000" b="1" dirty="0"/>
              <a:t>서버 컴포넌트</a:t>
            </a:r>
            <a:r>
              <a:rPr lang="ko-KR" altLang="en-US" sz="1000" dirty="0"/>
              <a:t>로 전환하여 메뉴를 </a:t>
            </a:r>
            <a:r>
              <a:rPr lang="en-US" altLang="ko-KR" sz="1000" dirty="0"/>
              <a:t>SSR</a:t>
            </a:r>
            <a:r>
              <a:rPr lang="ko-KR" altLang="en-US" sz="1000" dirty="0"/>
              <a:t>로 결정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완료 기준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새로고침</a:t>
            </a:r>
            <a:r>
              <a:rPr lang="en-US" altLang="ko-KR" sz="1000" dirty="0"/>
              <a:t>/</a:t>
            </a:r>
            <a:r>
              <a:rPr lang="ko-KR" altLang="en-US" sz="1000" dirty="0"/>
              <a:t>페이지 이동 시 ‘</a:t>
            </a:r>
            <a:r>
              <a:rPr lang="en-US" altLang="ko-KR" sz="1000" dirty="0" err="1"/>
              <a:t>Login→My</a:t>
            </a:r>
            <a:r>
              <a:rPr lang="en-US" altLang="ko-KR" sz="1000" dirty="0"/>
              <a:t>’ </a:t>
            </a:r>
            <a:r>
              <a:rPr lang="ko-KR" altLang="en-US" sz="1000" dirty="0"/>
              <a:t>깜빡임</a:t>
            </a:r>
            <a:r>
              <a:rPr lang="en-US" altLang="ko-KR" sz="1000" dirty="0"/>
              <a:t>(FOUC)</a:t>
            </a:r>
            <a:r>
              <a:rPr lang="ko-KR" altLang="en-US" sz="1000" dirty="0"/>
              <a:t>이 발생하지 않음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이 단계는 </a:t>
            </a:r>
            <a:r>
              <a:rPr lang="ko-KR" altLang="en-US" sz="1000" b="1" dirty="0"/>
              <a:t>기존 파일의 정확한 구조를 반영해야 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아래 </a:t>
            </a:r>
            <a:r>
              <a:rPr lang="en-US" altLang="ko-KR" sz="1000" dirty="0"/>
              <a:t>2</a:t>
            </a:r>
            <a:r>
              <a:rPr lang="ko-KR" altLang="en-US" sz="1000" dirty="0"/>
              <a:t>개 파일의 현재 내용을 보내주시면 그 버전에 맞춘 최소 패치로 드리겠습니다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app/</a:t>
            </a:r>
            <a:r>
              <a:rPr lang="en-US" altLang="ko-KR" sz="1000" dirty="0" err="1"/>
              <a:t>layout.tsx</a:t>
            </a:r>
            <a:endParaRPr lang="ko-KR" altLang="en-US" sz="1000" dirty="0"/>
          </a:p>
          <a:p>
            <a:r>
              <a:rPr lang="en-US" altLang="ko-KR" sz="1000" dirty="0"/>
              <a:t>components/</a:t>
            </a:r>
            <a:r>
              <a:rPr lang="en-US" altLang="ko-KR" sz="1000" dirty="0" err="1"/>
              <a:t>Header.tsx</a:t>
            </a:r>
            <a:endParaRPr lang="ko-KR" altLang="en-US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있다면</a:t>
            </a:r>
            <a:r>
              <a:rPr lang="en-US" altLang="ko-KR" sz="1000" dirty="0"/>
              <a:t>) components/</a:t>
            </a:r>
            <a:r>
              <a:rPr lang="en-US" altLang="ko-KR" sz="1000" dirty="0" err="1"/>
              <a:t>AuthProvider.tsx</a:t>
            </a:r>
            <a:endParaRPr lang="ko-KR" altLang="en-US" sz="1000" dirty="0"/>
          </a:p>
          <a:p>
            <a:r>
              <a:rPr lang="en-US" altLang="ko-KR" sz="1000" b="1" dirty="0"/>
              <a:t>3) </a:t>
            </a:r>
            <a:r>
              <a:rPr lang="ko-KR" altLang="en-US" sz="1000" b="1" dirty="0"/>
              <a:t>환경 변수 점검</a:t>
            </a:r>
            <a:r>
              <a:rPr lang="en-US" altLang="ko-KR" sz="1000" b="1" dirty="0"/>
              <a:t>(1</a:t>
            </a:r>
            <a:r>
              <a:rPr lang="ko-KR" altLang="en-US" sz="1000" b="1" dirty="0"/>
              <a:t>분</a:t>
            </a:r>
            <a:r>
              <a:rPr lang="en-US" altLang="ko-KR" sz="1000" b="1" dirty="0"/>
              <a:t>)</a:t>
            </a:r>
          </a:p>
          <a:p>
            <a:r>
              <a:rPr lang="en-US" altLang="ko-KR" sz="1000" dirty="0"/>
              <a:t>.</a:t>
            </a:r>
            <a:r>
              <a:rPr lang="en-US" altLang="ko-KR" sz="1000" dirty="0" err="1"/>
              <a:t>env.local</a:t>
            </a:r>
            <a:r>
              <a:rPr lang="ko-KR" altLang="en-US" sz="1000" dirty="0"/>
              <a:t>에 </a:t>
            </a:r>
            <a:r>
              <a:rPr lang="en-US" altLang="ko-KR" sz="1000" dirty="0"/>
              <a:t>NEXTAUTH_SECRET</a:t>
            </a:r>
            <a:r>
              <a:rPr lang="ko-KR" altLang="en-US" sz="1000" dirty="0"/>
              <a:t> 존재 확인</a:t>
            </a:r>
            <a:r>
              <a:rPr lang="en-US" altLang="ko-KR" sz="1000" dirty="0"/>
              <a:t>(</a:t>
            </a:r>
            <a:r>
              <a:rPr lang="ko-KR" altLang="en-US" sz="1000" dirty="0"/>
              <a:t>현재 값이 </a:t>
            </a:r>
            <a:r>
              <a:rPr lang="en-US" altLang="ko-KR" sz="1000" dirty="0"/>
              <a:t>AUTH_SECRET</a:t>
            </a:r>
            <a:r>
              <a:rPr lang="ko-KR" altLang="en-US" sz="1000" dirty="0"/>
              <a:t>라면 </a:t>
            </a:r>
            <a:r>
              <a:rPr lang="ko-KR" altLang="en-US" sz="1000" b="1" dirty="0"/>
              <a:t>동일 값</a:t>
            </a:r>
            <a:r>
              <a:rPr lang="ko-KR" altLang="en-US" sz="1000" dirty="0"/>
              <a:t>으로 하나 더 추가</a:t>
            </a:r>
            <a:r>
              <a:rPr lang="en-US" altLang="ko-KR" sz="1000" dirty="0"/>
              <a:t>).</a:t>
            </a:r>
          </a:p>
          <a:p>
            <a:r>
              <a:rPr lang="en-US" altLang="ko-KR" sz="1000" dirty="0"/>
              <a:t>NEXTAUTH_URL="http://localhost:3000"</a:t>
            </a:r>
            <a:r>
              <a:rPr lang="ko-KR" altLang="en-US" sz="1000" dirty="0"/>
              <a:t> 유지</a:t>
            </a:r>
            <a:r>
              <a:rPr lang="en-US" altLang="ko-KR" sz="1000" dirty="0"/>
              <a:t>.</a:t>
            </a:r>
          </a:p>
          <a:p>
            <a:r>
              <a:rPr lang="en-US" altLang="ko-KR" sz="1000" b="1" dirty="0"/>
              <a:t>4) </a:t>
            </a:r>
            <a:r>
              <a:rPr lang="ko-KR" altLang="en-US" sz="1000" b="1" dirty="0" err="1"/>
              <a:t>커밋</a:t>
            </a:r>
            <a:r>
              <a:rPr lang="ko-KR" altLang="en-US" sz="1000" b="1" dirty="0"/>
              <a:t> 단위</a:t>
            </a:r>
          </a:p>
          <a:p>
            <a:r>
              <a:rPr lang="en-US" altLang="ko-KR" sz="1000" dirty="0"/>
              <a:t>1</a:t>
            </a:r>
            <a:r>
              <a:rPr lang="ko-KR" altLang="en-US" sz="1000" dirty="0"/>
              <a:t>차</a:t>
            </a:r>
            <a:r>
              <a:rPr lang="en-US" altLang="ko-KR" sz="1000" dirty="0"/>
              <a:t>: feat(auth): add /my page with session guard</a:t>
            </a:r>
            <a:endParaRPr lang="ko-KR" altLang="en-US" sz="1000" dirty="0"/>
          </a:p>
          <a:p>
            <a:r>
              <a:rPr lang="en-US" altLang="ko-KR" sz="1000" dirty="0"/>
              <a:t>2</a:t>
            </a:r>
            <a:r>
              <a:rPr lang="ko-KR" altLang="en-US" sz="1000" dirty="0"/>
              <a:t>차</a:t>
            </a:r>
            <a:r>
              <a:rPr lang="en-US" altLang="ko-KR" sz="1000" dirty="0"/>
              <a:t>: fix(auth): SSR session in layout and server Header to remove flicker</a:t>
            </a:r>
            <a:endParaRPr lang="ko-KR" altLang="en-US" sz="1000" dirty="0"/>
          </a:p>
          <a:p>
            <a:r>
              <a:rPr lang="en-US" altLang="ko-KR" sz="1000" b="1" dirty="0"/>
              <a:t>5) v5 </a:t>
            </a:r>
            <a:r>
              <a:rPr lang="ko-KR" altLang="en-US" sz="1000" b="1" dirty="0"/>
              <a:t>업그레이드 준비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브랜치만</a:t>
            </a:r>
            <a:r>
              <a:rPr lang="ko-KR" altLang="en-US" sz="1000" b="1" dirty="0"/>
              <a:t> 생성</a:t>
            </a:r>
            <a:r>
              <a:rPr lang="en-US" altLang="ko-KR" sz="1000" b="1" dirty="0"/>
              <a:t>)</a:t>
            </a:r>
          </a:p>
          <a:p>
            <a:r>
              <a:rPr lang="en-US" altLang="ko-KR" sz="1000" dirty="0"/>
              <a:t>git checkout -b chore/upgrade-next-auth-v5</a:t>
            </a:r>
            <a:endParaRPr lang="ko-KR" altLang="en-US" sz="1000" dirty="0"/>
          </a:p>
          <a:p>
            <a:r>
              <a:rPr lang="ko-KR" altLang="en-US" sz="1000" dirty="0"/>
              <a:t>업그레이드는 </a:t>
            </a:r>
            <a:r>
              <a:rPr lang="en-US" altLang="ko-KR" sz="1000" dirty="0"/>
              <a:t>/my</a:t>
            </a:r>
            <a:r>
              <a:rPr lang="ko-KR" altLang="en-US" sz="1000" dirty="0"/>
              <a:t>와 헤더 안정화 확인 후 착수</a:t>
            </a:r>
            <a:r>
              <a:rPr lang="en-US" altLang="ko-KR" sz="1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07548-488B-61C3-8EE3-139631EB6CFB}"/>
              </a:ext>
            </a:extLst>
          </p:cNvPr>
          <p:cNvSpPr txBox="1"/>
          <p:nvPr/>
        </p:nvSpPr>
        <p:spPr>
          <a:xfrm>
            <a:off x="0" y="0"/>
            <a:ext cx="6858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/>
              <a:t>11/4</a:t>
            </a:r>
            <a:r>
              <a:rPr lang="ko-KR" altLang="en-US" sz="1000" dirty="0"/>
              <a:t> 로그인하기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7852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CCFDBD-1DAF-8EC8-D46E-4306FD903B58}"/>
              </a:ext>
            </a:extLst>
          </p:cNvPr>
          <p:cNvSpPr txBox="1"/>
          <p:nvPr/>
        </p:nvSpPr>
        <p:spPr>
          <a:xfrm>
            <a:off x="0" y="319563"/>
            <a:ext cx="632460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b="1" dirty="0"/>
              <a:t>권장 운영 방식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요약</a:t>
            </a:r>
            <a:r>
              <a:rPr lang="en-US" altLang="ko-KR" sz="10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sz="1000" b="1" dirty="0"/>
              <a:t>자주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작게 </a:t>
            </a:r>
            <a:r>
              <a:rPr lang="ko-KR" altLang="en-US" sz="1000" b="1" dirty="0" err="1"/>
              <a:t>커밋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의미 있는 변경마다 </a:t>
            </a:r>
            <a:r>
              <a:rPr lang="en-US" altLang="ko-KR" sz="1000" dirty="0">
                <a:latin typeface="Courier New" panose="02070309020205020404" pitchFamily="49" charset="0"/>
              </a:rPr>
              <a:t>git add -A &amp;&amp; git commit -m "feat: …"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 err="1"/>
              <a:t>커밋이</a:t>
            </a:r>
            <a:r>
              <a:rPr lang="ko-KR" altLang="en-US" sz="1000" dirty="0"/>
              <a:t> 곧 복구 지점입니다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b="1" dirty="0" err="1"/>
              <a:t>브랜치로</a:t>
            </a:r>
            <a:r>
              <a:rPr lang="ko-KR" altLang="en-US" sz="1000" b="1" dirty="0"/>
              <a:t> 실험 </a:t>
            </a:r>
            <a:r>
              <a:rPr lang="en-US" altLang="ko-KR" sz="1000" b="1" dirty="0"/>
              <a:t>/ main</a:t>
            </a:r>
            <a:r>
              <a:rPr lang="ko-KR" altLang="en-US" sz="1000" b="1" dirty="0"/>
              <a:t>은 안정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작업</a:t>
            </a:r>
            <a:r>
              <a:rPr lang="en-US" altLang="ko-KR" sz="1000" dirty="0"/>
              <a:t>: </a:t>
            </a:r>
            <a:r>
              <a:rPr lang="en-US" altLang="ko-KR" sz="1000" dirty="0">
                <a:latin typeface="Courier New" panose="02070309020205020404" pitchFamily="49" charset="0"/>
              </a:rPr>
              <a:t>git checkout -b feature/…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완료 후 </a:t>
            </a:r>
            <a:r>
              <a:rPr lang="en-US" altLang="ko-KR" sz="1000" dirty="0"/>
              <a:t>PR</a:t>
            </a:r>
            <a:r>
              <a:rPr lang="ko-KR" altLang="en-US" sz="1000" dirty="0"/>
              <a:t>로 </a:t>
            </a:r>
            <a:r>
              <a:rPr lang="en-US" altLang="ko-KR" sz="1000" dirty="0"/>
              <a:t>main</a:t>
            </a:r>
            <a:r>
              <a:rPr lang="ko-KR" altLang="en-US" sz="1000" dirty="0"/>
              <a:t>에 병합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망치면 </a:t>
            </a:r>
            <a:r>
              <a:rPr lang="ko-KR" altLang="en-US" sz="1000" dirty="0" err="1"/>
              <a:t>브랜치</a:t>
            </a:r>
            <a:r>
              <a:rPr lang="ko-KR" altLang="en-US" sz="1000" dirty="0"/>
              <a:t> 폐기만 하면 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b="1" dirty="0"/>
              <a:t>태그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릴리즈로 큰 이정표 고정</a:t>
            </a:r>
            <a:endParaRPr lang="ko-KR" altLang="en-US" sz="1000" dirty="0"/>
          </a:p>
          <a:p>
            <a:pPr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tag -a v0.2.0 -m "OOFF v0.2.0"</a:t>
            </a:r>
          </a:p>
          <a:p>
            <a:pPr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push --tags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이 태그 </a:t>
            </a:r>
            <a:r>
              <a:rPr lang="ko-KR" altLang="en-US" sz="1000" dirty="0" err="1"/>
              <a:t>커밋으로</a:t>
            </a:r>
            <a:r>
              <a:rPr lang="ko-KR" altLang="en-US" sz="1000" dirty="0"/>
              <a:t> 언제든 복귀 가능</a:t>
            </a:r>
            <a:r>
              <a:rPr lang="en-US" altLang="ko-KR" sz="1000" dirty="0"/>
              <a:t>. </a:t>
            </a:r>
            <a:r>
              <a:rPr lang="en-US" altLang="ko-KR" sz="1000" dirty="0" err="1"/>
              <a:t>Vercel</a:t>
            </a:r>
            <a:r>
              <a:rPr lang="ko-KR" altLang="en-US" sz="1000" dirty="0"/>
              <a:t>도 해당 </a:t>
            </a:r>
            <a:r>
              <a:rPr lang="ko-KR" altLang="en-US" sz="1000" dirty="0" err="1"/>
              <a:t>커밋으로</a:t>
            </a:r>
            <a:r>
              <a:rPr lang="ko-KR" altLang="en-US" sz="1000" dirty="0"/>
              <a:t> 롤백 가능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b="1" dirty="0"/>
              <a:t>되돌리기 </a:t>
            </a:r>
            <a:r>
              <a:rPr lang="en-US" altLang="ko-KR" sz="1000" b="1" dirty="0"/>
              <a:t>3</a:t>
            </a:r>
            <a:r>
              <a:rPr lang="ko-KR" altLang="en-US" sz="1000" b="1" dirty="0"/>
              <a:t>형제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특정 </a:t>
            </a:r>
            <a:r>
              <a:rPr lang="ko-KR" altLang="en-US" sz="1000" dirty="0" err="1"/>
              <a:t>커밋만</a:t>
            </a:r>
            <a:r>
              <a:rPr lang="ko-KR" altLang="en-US" sz="1000" dirty="0"/>
              <a:t> “되돌리는” 안전 롤백</a:t>
            </a:r>
            <a:r>
              <a:rPr lang="en-US" altLang="ko-KR" sz="1000" dirty="0"/>
              <a:t>(</a:t>
            </a:r>
            <a:r>
              <a:rPr lang="ko-KR" altLang="en-US" sz="1000" dirty="0"/>
              <a:t>히스토리 보존</a:t>
            </a:r>
            <a:r>
              <a:rPr lang="en-US" altLang="ko-KR" sz="1000" dirty="0"/>
              <a:t>):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log --</a:t>
            </a:r>
            <a:r>
              <a:rPr lang="en-US" altLang="ko-KR" sz="1000" dirty="0" err="1">
                <a:latin typeface="Courier New" panose="02070309020205020404" pitchFamily="49" charset="0"/>
              </a:rPr>
              <a:t>oneline</a:t>
            </a:r>
            <a:r>
              <a:rPr lang="en-US" altLang="ko-KR" sz="1000" dirty="0">
                <a:latin typeface="Courier New" panose="02070309020205020404" pitchFamily="49" charset="0"/>
              </a:rPr>
              <a:t>    # </a:t>
            </a:r>
            <a:r>
              <a:rPr lang="ko-KR" altLang="en-US" sz="1000" dirty="0">
                <a:latin typeface="Courier New" panose="02070309020205020404" pitchFamily="49" charset="0"/>
              </a:rPr>
              <a:t>대상 </a:t>
            </a:r>
            <a:r>
              <a:rPr lang="ko-KR" altLang="en-US" sz="1000" dirty="0" err="1">
                <a:latin typeface="Courier New" panose="02070309020205020404" pitchFamily="49" charset="0"/>
              </a:rPr>
              <a:t>커밋</a:t>
            </a:r>
            <a:r>
              <a:rPr lang="ko-KR" altLang="en-US" sz="1000" dirty="0">
                <a:latin typeface="Courier New" panose="02070309020205020404" pitchFamily="49" charset="0"/>
              </a:rPr>
              <a:t> 찾기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revert &lt;commit&gt;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push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과감히 과거 </a:t>
            </a:r>
            <a:r>
              <a:rPr lang="ko-KR" altLang="en-US" sz="1000" dirty="0" err="1"/>
              <a:t>스냅샷로</a:t>
            </a:r>
            <a:r>
              <a:rPr lang="ko-KR" altLang="en-US" sz="1000" dirty="0"/>
              <a:t> 통째로 돌아가기</a:t>
            </a:r>
            <a:r>
              <a:rPr lang="en-US" altLang="ko-KR" sz="1000" dirty="0"/>
              <a:t>(</a:t>
            </a:r>
            <a:r>
              <a:rPr lang="ko-KR" altLang="en-US" sz="1000" dirty="0"/>
              <a:t>로컬 강제</a:t>
            </a:r>
            <a:r>
              <a:rPr lang="en-US" altLang="ko-KR" sz="1000" dirty="0"/>
              <a:t>):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reset --hard &lt;commit&gt;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push --force     # </a:t>
            </a:r>
            <a:r>
              <a:rPr lang="ko-KR" altLang="en-US" sz="1000" dirty="0">
                <a:latin typeface="Courier New" panose="02070309020205020404" pitchFamily="49" charset="0"/>
              </a:rPr>
              <a:t>주의</a:t>
            </a:r>
            <a:r>
              <a:rPr lang="en-US" altLang="ko-KR" sz="1000" dirty="0">
                <a:latin typeface="Courier New" panose="02070309020205020404" pitchFamily="49" charset="0"/>
              </a:rPr>
              <a:t>: </a:t>
            </a:r>
            <a:r>
              <a:rPr lang="ko-KR" altLang="en-US" sz="1000" dirty="0">
                <a:latin typeface="Courier New" panose="02070309020205020404" pitchFamily="49" charset="0"/>
              </a:rPr>
              <a:t>협업 중이면 상의 필수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예전 스냅샷에서 </a:t>
            </a:r>
            <a:r>
              <a:rPr lang="ko-KR" altLang="en-US" sz="1000" dirty="0" err="1"/>
              <a:t>핫픽스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브랜치</a:t>
            </a:r>
            <a:r>
              <a:rPr lang="ko-KR" altLang="en-US" sz="1000" dirty="0"/>
              <a:t> 파서 수정</a:t>
            </a:r>
            <a:r>
              <a:rPr lang="en-US" altLang="ko-KR" sz="1000" dirty="0"/>
              <a:t>: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checkout -b hotfix/from-v0.2.0 &lt;tag-or-commit&gt;</a:t>
            </a:r>
          </a:p>
          <a:p>
            <a:pPr>
              <a:buFont typeface="+mj-lt"/>
              <a:buAutoNum type="arabicPeriod"/>
            </a:pPr>
            <a:r>
              <a:rPr lang="en-US" altLang="ko-KR" sz="1000" b="1" dirty="0"/>
              <a:t>GitHub + </a:t>
            </a:r>
            <a:r>
              <a:rPr lang="en-US" altLang="ko-KR" sz="1000" b="1" dirty="0" err="1"/>
              <a:t>Vercel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롤백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/>
              <a:t>GitHub: </a:t>
            </a:r>
            <a:r>
              <a:rPr lang="ko-KR" altLang="en-US" sz="1000" dirty="0"/>
              <a:t>이전 </a:t>
            </a:r>
            <a:r>
              <a:rPr lang="ko-KR" altLang="en-US" sz="1000" dirty="0" err="1"/>
              <a:t>커밋</a:t>
            </a:r>
            <a:r>
              <a:rPr lang="en-US" altLang="ko-KR" sz="1000" dirty="0"/>
              <a:t>/</a:t>
            </a:r>
            <a:r>
              <a:rPr lang="ko-KR" altLang="en-US" sz="1000" dirty="0"/>
              <a:t>태그로 </a:t>
            </a:r>
            <a:r>
              <a:rPr lang="en-US" altLang="ko-KR" sz="1000" dirty="0"/>
              <a:t>PR </a:t>
            </a:r>
            <a:r>
              <a:rPr lang="ko-KR" altLang="en-US" sz="1000" dirty="0"/>
              <a:t>생성 → </a:t>
            </a:r>
            <a:r>
              <a:rPr lang="ko-KR" altLang="en-US" sz="1000" dirty="0" err="1"/>
              <a:t>머지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 err="1"/>
              <a:t>Vercel</a:t>
            </a:r>
            <a:r>
              <a:rPr lang="en-US" altLang="ko-KR" sz="1000" dirty="0"/>
              <a:t>: Deployments</a:t>
            </a:r>
            <a:r>
              <a:rPr lang="ko-KR" altLang="en-US" sz="1000" dirty="0"/>
              <a:t>에서 </a:t>
            </a:r>
            <a:r>
              <a:rPr lang="ko-KR" altLang="en-US" sz="1000" b="1" dirty="0"/>
              <a:t>이전 배포 → </a:t>
            </a:r>
            <a:r>
              <a:rPr lang="en-US" altLang="ko-KR" sz="1000" b="1" dirty="0"/>
              <a:t>Redeploy</a:t>
            </a:r>
            <a:r>
              <a:rPr lang="ko-KR" altLang="en-US" sz="1000" dirty="0"/>
              <a:t> 버튼으로 즉시 원복</a:t>
            </a:r>
          </a:p>
          <a:p>
            <a:pPr>
              <a:buFont typeface="+mj-lt"/>
              <a:buAutoNum type="arabicPeriod"/>
            </a:pPr>
            <a:r>
              <a:rPr lang="ko-KR" altLang="en-US" sz="1000" b="1" dirty="0"/>
              <a:t>백업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안전 장치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/>
              <a:t>GitHub </a:t>
            </a:r>
            <a:r>
              <a:rPr lang="ko-KR" altLang="en-US" sz="1000" dirty="0"/>
              <a:t>원격이 </a:t>
            </a:r>
            <a:r>
              <a:rPr lang="en-US" altLang="ko-KR" sz="1000" dirty="0"/>
              <a:t>1</a:t>
            </a:r>
            <a:r>
              <a:rPr lang="ko-KR" altLang="en-US" sz="1000" dirty="0"/>
              <a:t>차 백업입니다</a:t>
            </a:r>
            <a:r>
              <a:rPr lang="en-US" altLang="ko-KR" sz="1000" dirty="0"/>
              <a:t>. </a:t>
            </a:r>
            <a:r>
              <a:rPr lang="ko-KR" altLang="en-US" sz="1000" dirty="0"/>
              <a:t>원하시면 </a:t>
            </a:r>
            <a:r>
              <a:rPr lang="ko-KR" altLang="en-US" sz="1000" b="1" dirty="0"/>
              <a:t>미러 원격</a:t>
            </a:r>
            <a:r>
              <a:rPr lang="ko-KR" altLang="en-US" sz="1000" dirty="0"/>
              <a:t>도 추가</a:t>
            </a:r>
            <a:r>
              <a:rPr lang="en-US" altLang="ko-KR" sz="1000" dirty="0"/>
              <a:t>: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remote add backup &lt;</a:t>
            </a:r>
            <a:r>
              <a:rPr lang="ko-KR" altLang="en-US" sz="1000" dirty="0">
                <a:latin typeface="Courier New" panose="02070309020205020404" pitchFamily="49" charset="0"/>
              </a:rPr>
              <a:t>다른</a:t>
            </a:r>
            <a:r>
              <a:rPr lang="en-US" altLang="ko-KR" sz="1000" dirty="0">
                <a:latin typeface="Courier New" panose="02070309020205020404" pitchFamily="49" charset="0"/>
              </a:rPr>
              <a:t>-</a:t>
            </a:r>
            <a:r>
              <a:rPr lang="ko-KR" altLang="en-US" sz="1000" dirty="0">
                <a:latin typeface="Courier New" panose="02070309020205020404" pitchFamily="49" charset="0"/>
              </a:rPr>
              <a:t>원격</a:t>
            </a:r>
            <a:r>
              <a:rPr lang="en-US" altLang="ko-KR" sz="1000" dirty="0">
                <a:latin typeface="Courier New" panose="02070309020205020404" pitchFamily="49" charset="0"/>
              </a:rPr>
              <a:t>-URL&gt;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push backup --all</a:t>
            </a:r>
          </a:p>
          <a:p>
            <a:pPr marL="742950" lvl="1" indent="-285750" rtl="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git push backup --tags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branch protection</a:t>
            </a:r>
            <a:r>
              <a:rPr lang="ko-KR" altLang="en-US" sz="1000" dirty="0"/>
              <a:t>으로 </a:t>
            </a:r>
            <a:r>
              <a:rPr lang="en-US" altLang="ko-KR" sz="1000" dirty="0">
                <a:latin typeface="Courier New" panose="02070309020205020404" pitchFamily="49" charset="0"/>
              </a:rPr>
              <a:t>main</a:t>
            </a:r>
            <a:r>
              <a:rPr lang="ko-KR" altLang="en-US" sz="1000" dirty="0"/>
              <a:t>에 </a:t>
            </a:r>
            <a:r>
              <a:rPr lang="en-US" altLang="ko-KR" sz="1000" b="1" dirty="0"/>
              <a:t>force-push </a:t>
            </a:r>
            <a:r>
              <a:rPr lang="ko-KR" altLang="en-US" sz="1000" b="1" dirty="0"/>
              <a:t>방지</a:t>
            </a:r>
            <a:r>
              <a:rPr lang="en-US" altLang="ko-KR" sz="1000" dirty="0"/>
              <a:t>, PR </a:t>
            </a:r>
            <a:r>
              <a:rPr lang="ko-KR" altLang="en-US" sz="1000" dirty="0"/>
              <a:t>필수화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>
                <a:latin typeface="Courier New" panose="02070309020205020404" pitchFamily="49" charset="0"/>
              </a:rPr>
              <a:t>.</a:t>
            </a:r>
            <a:r>
              <a:rPr lang="en-US" altLang="ko-KR" sz="1000" dirty="0" err="1">
                <a:latin typeface="Courier New" panose="02070309020205020404" pitchFamily="49" charset="0"/>
              </a:rPr>
              <a:t>gitignore</a:t>
            </a:r>
            <a:r>
              <a:rPr lang="ko-KR" altLang="en-US" sz="1000" dirty="0"/>
              <a:t>에 비밀</a:t>
            </a:r>
            <a:r>
              <a:rPr lang="en-US" altLang="ko-KR" sz="1000" dirty="0"/>
              <a:t>/</a:t>
            </a:r>
            <a:r>
              <a:rPr lang="ko-KR" altLang="en-US" sz="1000" dirty="0"/>
              <a:t>바이너리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</a:t>
            </a:r>
            <a:r>
              <a:rPr lang="en-US" altLang="ko-KR" sz="1000" dirty="0" err="1">
                <a:latin typeface="Courier New" panose="02070309020205020404" pitchFamily="49" charset="0"/>
              </a:rPr>
              <a:t>dev.db</a:t>
            </a:r>
            <a:r>
              <a:rPr lang="en-US" altLang="ko-KR" sz="1000" dirty="0"/>
              <a:t>, </a:t>
            </a:r>
            <a:r>
              <a:rPr lang="en-US" altLang="ko-KR" sz="1000" dirty="0">
                <a:latin typeface="Courier New" panose="02070309020205020404" pitchFamily="49" charset="0"/>
              </a:rPr>
              <a:t>.env*</a:t>
            </a:r>
            <a:r>
              <a:rPr lang="en-US" altLang="ko-KR" sz="1000" dirty="0"/>
              <a:t>) </a:t>
            </a:r>
            <a:r>
              <a:rPr lang="ko-KR" altLang="en-US" sz="1000" dirty="0"/>
              <a:t>포함 유지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000" dirty="0"/>
              <a:t>(</a:t>
            </a:r>
            <a:r>
              <a:rPr lang="ko-KR" altLang="en-US" sz="1000" dirty="0"/>
              <a:t>선택</a:t>
            </a:r>
            <a:r>
              <a:rPr lang="en-US" altLang="ko-KR" sz="1000" dirty="0"/>
              <a:t>) </a:t>
            </a:r>
            <a:r>
              <a:rPr lang="en-US" altLang="ko-KR" sz="1000" dirty="0">
                <a:latin typeface="Courier New" panose="02070309020205020404" pitchFamily="49" charset="0"/>
              </a:rPr>
              <a:t>.</a:t>
            </a:r>
            <a:r>
              <a:rPr lang="en-US" altLang="ko-KR" sz="1000" dirty="0" err="1">
                <a:latin typeface="Courier New" panose="02070309020205020404" pitchFamily="49" charset="0"/>
              </a:rPr>
              <a:t>gitattributes</a:t>
            </a:r>
            <a:r>
              <a:rPr lang="ko-KR" altLang="en-US" sz="1000" dirty="0"/>
              <a:t>로 </a:t>
            </a:r>
            <a:r>
              <a:rPr lang="ko-KR" altLang="en-US" sz="1000" dirty="0" err="1"/>
              <a:t>줄바꿈</a:t>
            </a:r>
            <a:r>
              <a:rPr lang="ko-KR" altLang="en-US" sz="1000" dirty="0"/>
              <a:t> 통일</a:t>
            </a:r>
            <a:r>
              <a:rPr lang="en-US" altLang="ko-KR" sz="1000" dirty="0"/>
              <a:t>: </a:t>
            </a:r>
            <a:r>
              <a:rPr lang="ko-KR" altLang="en-US" sz="1000" dirty="0">
                <a:latin typeface="Courier New" panose="02070309020205020404" pitchFamily="49" charset="0"/>
              </a:rPr>
              <a:t>* </a:t>
            </a:r>
            <a:r>
              <a:rPr lang="en-US" altLang="ko-KR" sz="1000" dirty="0">
                <a:latin typeface="Courier New" panose="02070309020205020404" pitchFamily="49" charset="0"/>
              </a:rPr>
              <a:t>text=auto </a:t>
            </a:r>
            <a:r>
              <a:rPr lang="en-US" altLang="ko-KR" sz="1000" dirty="0" err="1">
                <a:latin typeface="Courier New" panose="02070309020205020404" pitchFamily="49" charset="0"/>
              </a:rPr>
              <a:t>eol</a:t>
            </a:r>
            <a:r>
              <a:rPr lang="en-US" altLang="ko-KR" sz="1000" dirty="0">
                <a:latin typeface="Courier New" panose="02070309020205020404" pitchFamily="49" charset="0"/>
              </a:rPr>
              <a:t>=</a:t>
            </a:r>
            <a:r>
              <a:rPr lang="en-US" altLang="ko-KR" sz="1000" dirty="0" err="1">
                <a:latin typeface="Courier New" panose="02070309020205020404" pitchFamily="49" charset="0"/>
              </a:rPr>
              <a:t>lf</a:t>
            </a:r>
            <a:endParaRPr lang="ko-KR" altLang="en-US" sz="1000" dirty="0"/>
          </a:p>
          <a:p>
            <a:pPr>
              <a:buFont typeface="+mj-lt"/>
              <a:buAutoNum type="arabicPeriod"/>
            </a:pPr>
            <a:r>
              <a:rPr lang="ko-KR" altLang="en-US" sz="1000" b="1" dirty="0"/>
              <a:t>데이터베이스는 별도</a:t>
            </a:r>
            <a:endParaRPr lang="ko-KR" altLang="en-US" sz="10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000" dirty="0"/>
              <a:t>코드 롤백과 </a:t>
            </a:r>
            <a:r>
              <a:rPr lang="en-US" altLang="ko-KR" sz="1000" b="1" dirty="0"/>
              <a:t>DB </a:t>
            </a:r>
            <a:r>
              <a:rPr lang="ko-KR" altLang="en-US" sz="1000" b="1" dirty="0"/>
              <a:t>롤백은 별도 문제</a:t>
            </a:r>
            <a:r>
              <a:rPr lang="ko-KR" altLang="en-US" sz="1000" dirty="0"/>
              <a:t>입니다</a:t>
            </a:r>
            <a:r>
              <a:rPr lang="en-US" altLang="ko-KR" sz="1000" dirty="0"/>
              <a:t>. Prisma </a:t>
            </a:r>
            <a:r>
              <a:rPr lang="ko-KR" altLang="en-US" sz="1000" dirty="0"/>
              <a:t>마이그레이션은 </a:t>
            </a:r>
            <a:r>
              <a:rPr lang="en-US" altLang="ko-KR" sz="1000" dirty="0">
                <a:latin typeface="Courier New" panose="02070309020205020404" pitchFamily="49" charset="0"/>
              </a:rPr>
              <a:t>migrate deploy</a:t>
            </a:r>
            <a:r>
              <a:rPr lang="ko-KR" altLang="en-US" sz="1000" dirty="0"/>
              <a:t> 기준으로 </a:t>
            </a:r>
            <a:r>
              <a:rPr lang="ko-KR" altLang="en-US" sz="1000" b="1" dirty="0"/>
              <a:t>앞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뒤 이동 계획</a:t>
            </a:r>
            <a:r>
              <a:rPr lang="ko-KR" altLang="en-US" sz="1000" dirty="0"/>
              <a:t>을 문서화하시고</a:t>
            </a:r>
            <a:r>
              <a:rPr lang="en-US" altLang="ko-KR" sz="1000" dirty="0"/>
              <a:t>, </a:t>
            </a:r>
            <a:r>
              <a:rPr lang="ko-KR" altLang="en-US" sz="1000" dirty="0"/>
              <a:t>운영 </a:t>
            </a:r>
            <a:r>
              <a:rPr lang="en-US" altLang="ko-KR" sz="1000" dirty="0"/>
              <a:t>DB</a:t>
            </a:r>
            <a:r>
              <a:rPr lang="ko-KR" altLang="en-US" sz="1000" dirty="0"/>
              <a:t>는 </a:t>
            </a:r>
            <a:r>
              <a:rPr lang="en-US" altLang="ko-KR" sz="1000" dirty="0"/>
              <a:t>Neon</a:t>
            </a:r>
            <a:r>
              <a:rPr lang="ko-KR" altLang="en-US" sz="1000" dirty="0"/>
              <a:t>의 </a:t>
            </a:r>
            <a:r>
              <a:rPr lang="ko-KR" altLang="en-US" sz="1000" b="1" dirty="0"/>
              <a:t>자동 백업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스냅샷</a:t>
            </a:r>
            <a:r>
              <a:rPr lang="ko-KR" altLang="en-US" sz="1000" dirty="0"/>
              <a:t>을 활성화하십시오</a:t>
            </a:r>
            <a:r>
              <a:rPr lang="en-US" altLang="ko-KR" sz="1000" dirty="0"/>
              <a:t>.</a:t>
            </a:r>
          </a:p>
          <a:p>
            <a:pPr>
              <a:buNone/>
            </a:pPr>
            <a:r>
              <a:rPr lang="ko-KR" altLang="en-US" sz="1000" b="1" dirty="0"/>
              <a:t>결론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폴더 복사 대신 </a:t>
            </a:r>
            <a:r>
              <a:rPr lang="en-US" altLang="ko-KR" sz="1000" b="1" dirty="0"/>
              <a:t>Git </a:t>
            </a:r>
            <a:r>
              <a:rPr lang="ko-KR" altLang="en-US" sz="1000" b="1" dirty="0" err="1"/>
              <a:t>브랜치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+ </a:t>
            </a:r>
            <a:r>
              <a:rPr lang="ko-KR" altLang="en-US" sz="1000" b="1" dirty="0"/>
              <a:t>태그 </a:t>
            </a:r>
            <a:r>
              <a:rPr lang="en-US" altLang="ko-KR" sz="1000" b="1" dirty="0"/>
              <a:t>+ PR</a:t>
            </a:r>
            <a:r>
              <a:rPr lang="ko-KR" altLang="en-US" sz="1000" dirty="0"/>
              <a:t>로 관리하십시오</a:t>
            </a:r>
            <a:r>
              <a:rPr lang="en-US" altLang="ko-KR" sz="1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000" dirty="0"/>
              <a:t>“</a:t>
            </a:r>
            <a:r>
              <a:rPr lang="ko-KR" altLang="en-US" sz="1000" dirty="0"/>
              <a:t>망했다” 싶을 때는 </a:t>
            </a:r>
            <a:r>
              <a:rPr lang="en-US" altLang="ko-KR" sz="1000" b="1" dirty="0"/>
              <a:t>revert</a:t>
            </a:r>
            <a:r>
              <a:rPr lang="ko-KR" altLang="en-US" sz="1000" dirty="0"/>
              <a:t>가 기본</a:t>
            </a:r>
            <a:r>
              <a:rPr lang="en-US" altLang="ko-KR" sz="1000" dirty="0"/>
              <a:t>, </a:t>
            </a:r>
            <a:r>
              <a:rPr lang="ko-KR" altLang="en-US" sz="1000" dirty="0"/>
              <a:t>급하면 </a:t>
            </a:r>
            <a:r>
              <a:rPr lang="en-US" altLang="ko-KR" sz="1000" b="1" dirty="0"/>
              <a:t>reset + force-push</a:t>
            </a:r>
            <a:r>
              <a:rPr lang="en-US" altLang="ko-KR" sz="1000" dirty="0"/>
              <a:t>(</a:t>
            </a:r>
            <a:r>
              <a:rPr lang="ko-KR" altLang="en-US" sz="1000" dirty="0"/>
              <a:t>보호 규칙 해제 필요</a:t>
            </a:r>
            <a:r>
              <a:rPr lang="en-US" altLang="ko-KR" sz="1000" dirty="0"/>
              <a:t>)</a:t>
            </a:r>
            <a:r>
              <a:rPr lang="ko-KR" altLang="en-US" sz="1000" dirty="0"/>
              <a:t>를 쓰되 기록</a:t>
            </a:r>
            <a:r>
              <a:rPr lang="en-US" altLang="ko-KR" sz="1000" dirty="0"/>
              <a:t>/</a:t>
            </a:r>
            <a:r>
              <a:rPr lang="ko-KR" altLang="en-US" sz="1000" dirty="0"/>
              <a:t>리뷰를 남기세요</a:t>
            </a:r>
            <a:r>
              <a:rPr lang="en-US" altLang="ko-KR" sz="1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/>
              <a:t>배포는 </a:t>
            </a:r>
            <a:r>
              <a:rPr lang="ko-KR" altLang="en-US" sz="1000" b="1" dirty="0"/>
              <a:t>태그</a:t>
            </a:r>
            <a:r>
              <a:rPr lang="en-US" altLang="ko-KR" sz="1000" b="1" dirty="0"/>
              <a:t>/</a:t>
            </a:r>
            <a:r>
              <a:rPr lang="ko-KR" altLang="en-US" sz="1000" b="1" dirty="0" err="1"/>
              <a:t>커밋</a:t>
            </a:r>
            <a:r>
              <a:rPr lang="ko-KR" altLang="en-US" sz="1000" b="1" dirty="0"/>
              <a:t> 기준</a:t>
            </a:r>
            <a:r>
              <a:rPr lang="ko-KR" altLang="en-US" sz="1000" dirty="0"/>
              <a:t>으로 </a:t>
            </a:r>
            <a:r>
              <a:rPr lang="ko-KR" altLang="en-US" sz="1000" dirty="0" err="1"/>
              <a:t>롤백합니다</a:t>
            </a:r>
            <a:r>
              <a:rPr lang="en-US" altLang="ko-KR" sz="1000" dirty="0"/>
              <a:t>.</a:t>
            </a:r>
          </a:p>
          <a:p>
            <a:pPr>
              <a:buNone/>
            </a:pPr>
            <a:r>
              <a:rPr lang="ko-KR" altLang="en-US" sz="1000" dirty="0"/>
              <a:t>원하시면 지금 프로젝트에 </a:t>
            </a:r>
            <a:r>
              <a:rPr lang="ko-KR" altLang="en-US" sz="1000" b="1" dirty="0"/>
              <a:t>태그</a:t>
            </a:r>
            <a:r>
              <a:rPr lang="en-US" altLang="ko-KR" sz="1000" b="1" dirty="0"/>
              <a:t>·</a:t>
            </a:r>
            <a:r>
              <a:rPr lang="ko-KR" altLang="en-US" sz="1000" b="1" dirty="0" err="1"/>
              <a:t>브랜치</a:t>
            </a:r>
            <a:r>
              <a:rPr lang="ko-KR" altLang="en-US" sz="1000" b="1" dirty="0"/>
              <a:t> 보호 규칙</a:t>
            </a:r>
            <a:r>
              <a:rPr lang="ko-KR" altLang="en-US" sz="1000" dirty="0"/>
              <a:t>을 설정하는 절차를 한 단계씩 안내해 드리겠습니다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디비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2DDA4-9FCE-224A-069F-E1E00B2587F9}"/>
              </a:ext>
            </a:extLst>
          </p:cNvPr>
          <p:cNvSpPr txBox="1"/>
          <p:nvPr/>
        </p:nvSpPr>
        <p:spPr>
          <a:xfrm>
            <a:off x="0" y="0"/>
            <a:ext cx="632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00" dirty="0"/>
              <a:t>코드 관리</a:t>
            </a:r>
          </a:p>
        </p:txBody>
      </p:sp>
    </p:spTree>
    <p:extLst>
      <p:ext uri="{BB962C8B-B14F-4D97-AF65-F5344CB8AC3E}">
        <p14:creationId xmlns:p14="http://schemas.microsoft.com/office/powerpoint/2010/main" val="417380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C0109B-D3C6-B528-586A-6B5A69AD496A}"/>
              </a:ext>
            </a:extLst>
          </p:cNvPr>
          <p:cNvSpPr txBox="1"/>
          <p:nvPr/>
        </p:nvSpPr>
        <p:spPr>
          <a:xfrm>
            <a:off x="0" y="698808"/>
            <a:ext cx="65151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1" dirty="0"/>
              <a:t>v5 </a:t>
            </a:r>
            <a:r>
              <a:rPr lang="ko-KR" altLang="en-US" sz="1100" b="1" dirty="0"/>
              <a:t>업그레이드 이후 플랜</a:t>
            </a:r>
            <a:r>
              <a:rPr lang="en-US" altLang="ko-KR" sz="1100" b="1" dirty="0"/>
              <a:t>(</a:t>
            </a:r>
            <a:r>
              <a:rPr lang="ko-KR" altLang="en-US" sz="1100" b="1" dirty="0" err="1"/>
              <a:t>하이레벨</a:t>
            </a:r>
            <a:r>
              <a:rPr lang="en-US" altLang="ko-KR" sz="1100" b="1" dirty="0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 err="1"/>
              <a:t>브랜치</a:t>
            </a:r>
            <a:r>
              <a:rPr lang="ko-KR" altLang="en-US" sz="1100" b="1" dirty="0"/>
              <a:t> 배포 확인 </a:t>
            </a:r>
            <a:r>
              <a:rPr lang="en-US" altLang="ko-KR" sz="1100" b="1" dirty="0"/>
              <a:t>(Preview QA)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 err="1"/>
              <a:t>Vercel</a:t>
            </a:r>
            <a:r>
              <a:rPr lang="en-US" altLang="ko-KR" sz="1100" dirty="0"/>
              <a:t> Preview</a:t>
            </a:r>
            <a:r>
              <a:rPr lang="ko-KR" altLang="en-US" sz="1100" dirty="0"/>
              <a:t>에서 </a:t>
            </a:r>
            <a:r>
              <a:rPr lang="en-US" altLang="ko-KR" sz="1100" dirty="0">
                <a:latin typeface="Courier New" panose="02070309020205020404" pitchFamily="49" charset="0"/>
              </a:rPr>
              <a:t>signup/login/logout</a:t>
            </a:r>
            <a:r>
              <a:rPr lang="en-US" altLang="ko-KR" sz="1100" dirty="0"/>
              <a:t>·</a:t>
            </a:r>
            <a:r>
              <a:rPr lang="en-US" altLang="ko-KR" sz="1100" dirty="0">
                <a:latin typeface="Courier New" panose="02070309020205020404" pitchFamily="49" charset="0"/>
              </a:rPr>
              <a:t>/</a:t>
            </a:r>
            <a:r>
              <a:rPr lang="en-US" altLang="ko-KR" sz="1100" dirty="0" err="1">
                <a:latin typeface="Courier New" panose="02070309020205020404" pitchFamily="49" charset="0"/>
              </a:rPr>
              <a:t>api</a:t>
            </a:r>
            <a:r>
              <a:rPr lang="en-US" altLang="ko-KR" sz="1100" dirty="0">
                <a:latin typeface="Courier New" panose="02070309020205020404" pitchFamily="49" charset="0"/>
              </a:rPr>
              <a:t>/auth/session</a:t>
            </a:r>
            <a:r>
              <a:rPr lang="en-US" altLang="ko-KR" sz="1100" dirty="0"/>
              <a:t>·</a:t>
            </a:r>
            <a:r>
              <a:rPr lang="en-US" altLang="ko-KR" sz="1100" dirty="0">
                <a:latin typeface="Courier New" panose="02070309020205020404" pitchFamily="49" charset="0"/>
              </a:rPr>
              <a:t>/my</a:t>
            </a:r>
            <a:r>
              <a:rPr lang="ko-KR" altLang="en-US" sz="1100" dirty="0"/>
              <a:t> 동작 확인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/>
              <a:t>에러 로그</a:t>
            </a:r>
            <a:r>
              <a:rPr lang="en-US" altLang="ko-KR" sz="1100" dirty="0"/>
              <a:t>/</a:t>
            </a:r>
            <a:r>
              <a:rPr lang="ko-KR" altLang="en-US" sz="1100" dirty="0"/>
              <a:t>콘솔 경고 유무만 체크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/>
              <a:t>정리 </a:t>
            </a:r>
            <a:r>
              <a:rPr lang="en-US" altLang="ko-KR" sz="1100" b="1" dirty="0"/>
              <a:t>&amp; </a:t>
            </a:r>
            <a:r>
              <a:rPr lang="ko-KR" altLang="en-US" sz="1100" b="1" dirty="0"/>
              <a:t>문서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/>
              <a:t>v4 </a:t>
            </a:r>
            <a:r>
              <a:rPr lang="ko-KR" altLang="en-US" sz="1100" dirty="0"/>
              <a:t>유물 제거</a:t>
            </a:r>
            <a:r>
              <a:rPr lang="en-US" altLang="ko-KR" sz="1100" dirty="0"/>
              <a:t>/</a:t>
            </a:r>
            <a:r>
              <a:rPr lang="ko-KR" altLang="en-US" sz="1100" dirty="0"/>
              <a:t>경로 정리</a:t>
            </a:r>
            <a:r>
              <a:rPr lang="en-US" altLang="ko-KR" sz="1100" dirty="0"/>
              <a:t>(</a:t>
            </a:r>
            <a:r>
              <a:rPr lang="ko-KR" altLang="en-US" sz="1100" dirty="0"/>
              <a:t>이미 </a:t>
            </a:r>
            <a:r>
              <a:rPr lang="en-US" altLang="ko-KR" sz="1100" dirty="0">
                <a:latin typeface="Courier New" panose="02070309020205020404" pitchFamily="49" charset="0"/>
              </a:rPr>
              <a:t>lib/</a:t>
            </a:r>
            <a:r>
              <a:rPr lang="en-US" altLang="ko-KR" sz="1100" dirty="0" err="1">
                <a:latin typeface="Courier New" panose="02070309020205020404" pitchFamily="49" charset="0"/>
              </a:rPr>
              <a:t>auth.ts</a:t>
            </a:r>
            <a:r>
              <a:rPr lang="ko-KR" altLang="en-US" sz="1100" dirty="0"/>
              <a:t> 삭제됨</a:t>
            </a:r>
            <a:r>
              <a:rPr lang="en-US" altLang="ko-KR" sz="1100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/>
              <a:t>README/</a:t>
            </a:r>
            <a:r>
              <a:rPr lang="ko-KR" altLang="en-US" sz="1100" dirty="0"/>
              <a:t>프로젝트 노트</a:t>
            </a:r>
            <a:r>
              <a:rPr lang="en-US" altLang="ko-KR" sz="1100" dirty="0"/>
              <a:t>: </a:t>
            </a:r>
            <a:r>
              <a:rPr lang="en-US" altLang="ko-KR" sz="1100" dirty="0">
                <a:latin typeface="Courier New" panose="02070309020205020404" pitchFamily="49" charset="0"/>
              </a:rPr>
              <a:t>AUTH_*</a:t>
            </a:r>
            <a:r>
              <a:rPr lang="ko-KR" altLang="en-US" sz="1100" dirty="0"/>
              <a:t> 변수</a:t>
            </a:r>
            <a:r>
              <a:rPr lang="en-US" altLang="ko-KR" sz="1100" dirty="0"/>
              <a:t>, </a:t>
            </a:r>
            <a:r>
              <a:rPr lang="en-US" altLang="ko-KR" sz="1100" dirty="0">
                <a:latin typeface="Courier New" panose="02070309020205020404" pitchFamily="49" charset="0"/>
              </a:rPr>
              <a:t>auth()</a:t>
            </a:r>
            <a:r>
              <a:rPr lang="ko-KR" altLang="en-US" sz="1100" dirty="0"/>
              <a:t> 사용 패턴 명시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 err="1"/>
              <a:t>머지</a:t>
            </a:r>
            <a:r>
              <a:rPr lang="ko-KR" altLang="en-US" sz="1100" b="1" dirty="0"/>
              <a:t> 전략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/>
              <a:t>GitHub PR </a:t>
            </a:r>
            <a:r>
              <a:rPr lang="ko-KR" altLang="en-US" sz="1100" dirty="0"/>
              <a:t>생성 → 간단 </a:t>
            </a:r>
            <a:r>
              <a:rPr lang="en-US" altLang="ko-KR" sz="1100" dirty="0"/>
              <a:t>QA </a:t>
            </a:r>
            <a:r>
              <a:rPr lang="ko-KR" altLang="en-US" sz="1100" dirty="0"/>
              <a:t>체크리스트 통과 → </a:t>
            </a:r>
            <a:r>
              <a:rPr lang="en-US" altLang="ko-KR" sz="1100" b="1" dirty="0"/>
              <a:t>main</a:t>
            </a:r>
            <a:r>
              <a:rPr lang="ko-KR" altLang="en-US" sz="1100" dirty="0"/>
              <a:t>에 </a:t>
            </a:r>
            <a:r>
              <a:rPr lang="ko-KR" altLang="en-US" sz="1100" dirty="0" err="1"/>
              <a:t>머지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/>
              <a:t>문제 시 </a:t>
            </a:r>
            <a:r>
              <a:rPr lang="en-US" altLang="ko-KR" sz="1100" dirty="0" err="1"/>
              <a:t>Vercel</a:t>
            </a:r>
            <a:r>
              <a:rPr lang="ko-KR" altLang="en-US" sz="1100" dirty="0"/>
              <a:t>에서 이전 배포로 즉시 롤백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/>
              <a:t>운영 안정화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/>
              <a:t>세션 만료</a:t>
            </a:r>
            <a:r>
              <a:rPr lang="en-US" altLang="ko-KR" sz="1100" dirty="0"/>
              <a:t>/</a:t>
            </a:r>
            <a:r>
              <a:rPr lang="ko-KR" altLang="en-US" sz="1100" dirty="0"/>
              <a:t>에러 케이스 토스트 문구 정리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/>
              <a:t>Rate limit(</a:t>
            </a:r>
            <a:r>
              <a:rPr lang="ko-KR" altLang="en-US" sz="1100" dirty="0"/>
              <a:t>회원가입</a:t>
            </a:r>
            <a:r>
              <a:rPr lang="en-US" altLang="ko-KR" sz="1100" dirty="0"/>
              <a:t>/</a:t>
            </a:r>
            <a:r>
              <a:rPr lang="ko-KR" altLang="en-US" sz="1100" dirty="0"/>
              <a:t>로그인 </a:t>
            </a:r>
            <a:r>
              <a:rPr lang="en-US" altLang="ko-KR" sz="1100" dirty="0"/>
              <a:t>API) </a:t>
            </a:r>
            <a:r>
              <a:rPr lang="ko-KR" altLang="en-US" sz="1100" dirty="0"/>
              <a:t>가벼운 적용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/>
              <a:t>기능 확장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다음 스프린트</a:t>
            </a:r>
            <a:r>
              <a:rPr lang="en-US" altLang="ko-KR" sz="1100" b="1" dirty="0"/>
              <a:t>)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>
                <a:latin typeface="Courier New" panose="02070309020205020404" pitchFamily="49" charset="0"/>
              </a:rPr>
              <a:t>/my</a:t>
            </a:r>
            <a:r>
              <a:rPr lang="ko-KR" altLang="en-US" sz="1100" dirty="0"/>
              <a:t>에 “내 활동” 붙이기</a:t>
            </a:r>
            <a:r>
              <a:rPr lang="en-US" altLang="ko-KR" sz="1100" dirty="0"/>
              <a:t>: </a:t>
            </a:r>
            <a:r>
              <a:rPr lang="en-US" altLang="ko-KR" sz="1100" b="1" dirty="0" err="1"/>
              <a:t>UserEntry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평점</a:t>
            </a:r>
            <a:r>
              <a:rPr lang="en-US" altLang="ko-KR" sz="1100" b="1" dirty="0"/>
              <a:t>+</a:t>
            </a:r>
            <a:r>
              <a:rPr lang="ko-KR" altLang="en-US" sz="1100" b="1" dirty="0" err="1"/>
              <a:t>한줄평</a:t>
            </a:r>
            <a:r>
              <a:rPr lang="en-US" altLang="ko-KR" sz="1100" b="1" dirty="0"/>
              <a:t>) </a:t>
            </a:r>
            <a:r>
              <a:rPr lang="ko-KR" altLang="en-US" sz="1100" b="1" dirty="0"/>
              <a:t>테이블</a:t>
            </a:r>
            <a:r>
              <a:rPr lang="ko-KR" altLang="en-US" sz="1100" dirty="0"/>
              <a:t> 도입</a:t>
            </a:r>
            <a:r>
              <a:rPr lang="en-US" altLang="ko-KR" sz="1100" dirty="0"/>
              <a:t>(MVP)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 sz="1100" dirty="0"/>
              <a:t>“</a:t>
            </a:r>
            <a:r>
              <a:rPr lang="ko-KR" altLang="en-US" sz="1100" dirty="0"/>
              <a:t>찜</a:t>
            </a:r>
            <a:r>
              <a:rPr lang="en-US" altLang="ko-KR" sz="1100" dirty="0"/>
              <a:t>/</a:t>
            </a:r>
            <a:r>
              <a:rPr lang="ko-KR" altLang="en-US" sz="1100" dirty="0"/>
              <a:t>북마크” 스키마로 </a:t>
            </a:r>
            <a:r>
              <a:rPr lang="en-US" altLang="ko-KR" sz="1100" b="1" dirty="0"/>
              <a:t>Timetable </a:t>
            </a:r>
            <a:r>
              <a:rPr lang="ko-KR" altLang="en-US" sz="1100" b="1" dirty="0"/>
              <a:t>프리뷰</a:t>
            </a:r>
            <a:r>
              <a:rPr lang="ko-KR" altLang="en-US" sz="1100" dirty="0"/>
              <a:t> 표시</a:t>
            </a:r>
          </a:p>
          <a:p>
            <a:pPr>
              <a:buFont typeface="+mj-lt"/>
              <a:buAutoNum type="arabicPeriod"/>
            </a:pPr>
            <a:r>
              <a:rPr lang="ko-KR" altLang="en-US" sz="1100" b="1" dirty="0"/>
              <a:t>성능</a:t>
            </a:r>
            <a:r>
              <a:rPr lang="en-US" altLang="ko-KR" sz="1100" b="1" dirty="0"/>
              <a:t>/UX </a:t>
            </a:r>
            <a:r>
              <a:rPr lang="ko-KR" altLang="en-US" sz="1100" b="1" dirty="0"/>
              <a:t>개선</a:t>
            </a:r>
            <a:r>
              <a:rPr lang="en-US" altLang="ko-KR" sz="1100" b="1" dirty="0"/>
              <a:t>(</a:t>
            </a:r>
            <a:r>
              <a:rPr lang="ko-KR" altLang="en-US" sz="1100" b="1" dirty="0" err="1"/>
              <a:t>백로그</a:t>
            </a:r>
            <a:r>
              <a:rPr lang="en-US" altLang="ko-KR" sz="1100" b="1" dirty="0"/>
              <a:t>)</a:t>
            </a:r>
            <a:endParaRPr lang="ko-KR" altLang="en-US" sz="1100" dirty="0"/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 err="1"/>
              <a:t>콜드스타트</a:t>
            </a:r>
            <a:r>
              <a:rPr lang="en-US" altLang="ko-KR" sz="1100" dirty="0"/>
              <a:t>/</a:t>
            </a:r>
            <a:r>
              <a:rPr lang="ko-KR" altLang="en-US" sz="1100" dirty="0"/>
              <a:t>네트워크 지연 완화 모니터링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/>
              <a:t>로그인 성공 시 </a:t>
            </a:r>
            <a:r>
              <a:rPr lang="ko-KR" altLang="en-US" sz="1100" dirty="0" err="1"/>
              <a:t>구해시</a:t>
            </a:r>
            <a:r>
              <a:rPr lang="ko-KR" altLang="en-US" sz="1100" dirty="0"/>
              <a:t> → 신해시로 </a:t>
            </a:r>
            <a:r>
              <a:rPr lang="ko-KR" altLang="en-US" sz="1100" b="1" dirty="0"/>
              <a:t>자동 </a:t>
            </a:r>
            <a:r>
              <a:rPr lang="ko-KR" altLang="en-US" sz="1100" b="1" dirty="0" err="1"/>
              <a:t>재해시</a:t>
            </a:r>
            <a:r>
              <a:rPr lang="en-US" altLang="ko-KR" sz="1100" dirty="0"/>
              <a:t>(</a:t>
            </a:r>
            <a:r>
              <a:rPr lang="ko-KR" altLang="en-US" sz="1100" dirty="0"/>
              <a:t>점진적</a:t>
            </a:r>
            <a:r>
              <a:rPr lang="en-US" altLang="ko-KR" sz="1100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100" dirty="0"/>
              <a:t>전역 로딩 피드백</a:t>
            </a:r>
            <a:r>
              <a:rPr lang="en-US" altLang="ko-KR" sz="1100" dirty="0"/>
              <a:t>/</a:t>
            </a:r>
            <a:r>
              <a:rPr lang="ko-KR" altLang="en-US" sz="1100" dirty="0"/>
              <a:t>낙관적 </a:t>
            </a:r>
            <a:r>
              <a:rPr lang="en-US" altLang="ko-KR" sz="1100" dirty="0"/>
              <a:t>UI </a:t>
            </a:r>
            <a:r>
              <a:rPr lang="ko-KR" altLang="en-US" sz="1100" dirty="0"/>
              <a:t>미세 개선</a:t>
            </a:r>
          </a:p>
          <a:p>
            <a:pPr>
              <a:buNone/>
            </a:pPr>
            <a:r>
              <a:rPr lang="ko-KR" altLang="en-US" sz="1100" dirty="0"/>
              <a:t>원하시면 지금 </a:t>
            </a:r>
            <a:r>
              <a:rPr lang="en-US" altLang="ko-KR" sz="1100" b="1" dirty="0"/>
              <a:t>1) Preview QA</a:t>
            </a:r>
            <a:r>
              <a:rPr lang="ko-KR" altLang="en-US" sz="1100" dirty="0"/>
              <a:t>부터 진행하겠습니다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디비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489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1477</TotalTime>
  <Words>3021</Words>
  <Application>Microsoft Office PowerPoint</Application>
  <PresentationFormat>A4 용지(210x297mm)</PresentationFormat>
  <Paragraphs>270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kyungsup lee</dc:creator>
  <cp:lastModifiedBy>kyungsup lee</cp:lastModifiedBy>
  <cp:revision>8</cp:revision>
  <dcterms:created xsi:type="dcterms:W3CDTF">2025-11-03T15:24:51Z</dcterms:created>
  <dcterms:modified xsi:type="dcterms:W3CDTF">2025-11-04T16:02:47Z</dcterms:modified>
</cp:coreProperties>
</file>